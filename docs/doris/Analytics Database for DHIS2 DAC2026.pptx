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56"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Lst>
  <p:sldSz cy="5143500" cx="9144000"/>
  <p:notesSz cx="6858000" cy="9144000"/>
  <p:embeddedFontLst>
    <p:embeddedFont>
      <p:font typeface="Rubik"/>
      <p:regular r:id="rId26"/>
      <p:bold r:id="rId27"/>
      <p:italic r:id="rId28"/>
      <p:boldItalic r:id="rId2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font" Target="fonts/Rubik-regular.fntdata"/><Relationship Id="rId25" Type="http://schemas.openxmlformats.org/officeDocument/2006/relationships/slide" Target="slides/slide21.xml"/><Relationship Id="rId28" Type="http://schemas.openxmlformats.org/officeDocument/2006/relationships/font" Target="fonts/Rubik-italic.fntdata"/><Relationship Id="rId27" Type="http://schemas.openxmlformats.org/officeDocument/2006/relationships/font" Target="fonts/Rubik-bold.fntdata"/><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font" Target="fonts/Rubik-boldItalic.fntdata"/><Relationship Id="rId7" Type="http://schemas.openxmlformats.org/officeDocument/2006/relationships/slide" Target="slides/slide3.xml"/><Relationship Id="rId8" Type="http://schemas.openxmlformats.org/officeDocument/2006/relationships/slide" Target="slides/slide4.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 name="Shape 44"/>
        <p:cNvGrpSpPr/>
        <p:nvPr/>
      </p:nvGrpSpPr>
      <p:grpSpPr>
        <a:xfrm>
          <a:off x="0" y="0"/>
          <a:ext cx="0" cy="0"/>
          <a:chOff x="0" y="0"/>
          <a:chExt cx="0" cy="0"/>
        </a:xfrm>
      </p:grpSpPr>
      <p:sp>
        <p:nvSpPr>
          <p:cNvPr id="45" name="Google Shape;45;g1072fda510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 name="Google Shape;46;g1072fda510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 name="Shape 51"/>
        <p:cNvGrpSpPr/>
        <p:nvPr/>
      </p:nvGrpSpPr>
      <p:grpSpPr>
        <a:xfrm>
          <a:off x="0" y="0"/>
          <a:ext cx="0" cy="0"/>
          <a:chOff x="0" y="0"/>
          <a:chExt cx="0" cy="0"/>
        </a:xfrm>
      </p:grpSpPr>
      <p:sp>
        <p:nvSpPr>
          <p:cNvPr id="52" name="Google Shape;52;g253750fdbe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 name="Google Shape;53;g253750fdbe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319b33d2932_1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g319b33d2932_1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g319b33d2932_1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 name="Google Shape;73;g319b33d2932_1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253750fdbe7_0_1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 name="Google Shape;80;g253750fdbe7_0_1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Data is transferred across using the JDBC catalog for PostgreSQL.</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19f9971d64_14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 name="Google Shape;86;g319f9971d64_14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Data is transferred across using the PostgreSQL table engine.</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319b72b0e0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g319b72b0e0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31e14231677_1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31e14231677_1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319f9971d64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319f9971d64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19b33d2932_1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319b33d2932_1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319b72b0e08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319b72b0e08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36610da748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36610da748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19b72b0e08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319b72b0e08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38c44aa6d2a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38c44aa6d2a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19b33d2932_1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319b33d2932_1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3ec5327caa5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3ec5327caa5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ec5327caa5_1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1" name="Google Shape;171;g3ec5327caa5_1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3ec5327caa5_1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2" name="Google Shape;182;g3ec5327caa5_1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3ec5327caa5_1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8" name="Google Shape;188;g3ec5327caa5_1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319f9971d64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5" name="Google Shape;195;g319f9971d64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2a46d29198e_2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2" name="Google Shape;202;g2a46d29198e_2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pic>
        <p:nvPicPr>
          <p:cNvPr descr="178FE82A-36FF-4BA6-BB0B-EAFF6D3A408E" id="10" name="Google Shape;10;p2"/>
          <p:cNvPicPr preferRelativeResize="0"/>
          <p:nvPr/>
        </p:nvPicPr>
        <p:blipFill rotWithShape="1">
          <a:blip r:embed="rId2">
            <a:alphaModFix/>
          </a:blip>
          <a:srcRect b="0" l="0" r="59287" t="0"/>
          <a:stretch/>
        </p:blipFill>
        <p:spPr>
          <a:xfrm>
            <a:off x="3174" y="4763"/>
            <a:ext cx="740241" cy="5138737"/>
          </a:xfrm>
          <a:prstGeom prst="rect">
            <a:avLst/>
          </a:prstGeom>
          <a:noFill/>
          <a:ln>
            <a:noFill/>
          </a:ln>
        </p:spPr>
      </p:pic>
      <p:sp>
        <p:nvSpPr>
          <p:cNvPr id="11" name="Google Shape;11;p2"/>
          <p:cNvSpPr txBox="1"/>
          <p:nvPr>
            <p:ph type="ctrTitle"/>
          </p:nvPr>
        </p:nvSpPr>
        <p:spPr>
          <a:xfrm>
            <a:off x="1504575" y="1177725"/>
            <a:ext cx="6967800" cy="493500"/>
          </a:xfrm>
          <a:prstGeom prst="rect">
            <a:avLst/>
          </a:prstGeom>
          <a:noFill/>
          <a:ln>
            <a:noFill/>
          </a:ln>
        </p:spPr>
        <p:txBody>
          <a:bodyPr anchorCtr="0" anchor="t" bIns="0" lIns="0" spcFirstLastPara="1" rIns="0" wrap="square" tIns="0">
            <a:noAutofit/>
          </a:bodyPr>
          <a:lstStyle>
            <a:lvl1pPr lvl="0" algn="l">
              <a:lnSpc>
                <a:spcPct val="110000"/>
              </a:lnSpc>
              <a:spcBef>
                <a:spcPts val="0"/>
              </a:spcBef>
              <a:spcAft>
                <a:spcPts val="0"/>
              </a:spcAft>
              <a:buClr>
                <a:srgbClr val="000000"/>
              </a:buClr>
              <a:buSzPts val="3000"/>
              <a:buNone/>
              <a:defRPr sz="3000">
                <a:solidFill>
                  <a:srgbClr val="000000"/>
                </a:solidFill>
              </a:defRPr>
            </a:lvl1pPr>
            <a:lvl2pPr lvl="1" algn="l">
              <a:lnSpc>
                <a:spcPct val="110000"/>
              </a:lnSpc>
              <a:spcBef>
                <a:spcPts val="0"/>
              </a:spcBef>
              <a:spcAft>
                <a:spcPts val="0"/>
              </a:spcAft>
              <a:buClr>
                <a:srgbClr val="8BDEDE"/>
              </a:buClr>
              <a:buSzPts val="3000"/>
              <a:buNone/>
              <a:defRPr sz="3000">
                <a:solidFill>
                  <a:srgbClr val="8BDEDE"/>
                </a:solidFill>
              </a:defRPr>
            </a:lvl2pPr>
            <a:lvl3pPr lvl="2" algn="l">
              <a:lnSpc>
                <a:spcPct val="110000"/>
              </a:lnSpc>
              <a:spcBef>
                <a:spcPts val="0"/>
              </a:spcBef>
              <a:spcAft>
                <a:spcPts val="0"/>
              </a:spcAft>
              <a:buClr>
                <a:srgbClr val="8BDEDE"/>
              </a:buClr>
              <a:buSzPts val="3000"/>
              <a:buNone/>
              <a:defRPr sz="3000">
                <a:solidFill>
                  <a:srgbClr val="8BDEDE"/>
                </a:solidFill>
              </a:defRPr>
            </a:lvl3pPr>
            <a:lvl4pPr lvl="3" algn="l">
              <a:lnSpc>
                <a:spcPct val="110000"/>
              </a:lnSpc>
              <a:spcBef>
                <a:spcPts val="0"/>
              </a:spcBef>
              <a:spcAft>
                <a:spcPts val="0"/>
              </a:spcAft>
              <a:buClr>
                <a:srgbClr val="8BDEDE"/>
              </a:buClr>
              <a:buSzPts val="3000"/>
              <a:buNone/>
              <a:defRPr sz="3000">
                <a:solidFill>
                  <a:srgbClr val="8BDEDE"/>
                </a:solidFill>
              </a:defRPr>
            </a:lvl4pPr>
            <a:lvl5pPr lvl="4" algn="l">
              <a:lnSpc>
                <a:spcPct val="110000"/>
              </a:lnSpc>
              <a:spcBef>
                <a:spcPts val="0"/>
              </a:spcBef>
              <a:spcAft>
                <a:spcPts val="0"/>
              </a:spcAft>
              <a:buClr>
                <a:srgbClr val="8BDEDE"/>
              </a:buClr>
              <a:buSzPts val="3000"/>
              <a:buNone/>
              <a:defRPr sz="3000">
                <a:solidFill>
                  <a:srgbClr val="8BDEDE"/>
                </a:solidFill>
              </a:defRPr>
            </a:lvl5pPr>
            <a:lvl6pPr lvl="5" algn="l">
              <a:lnSpc>
                <a:spcPct val="110000"/>
              </a:lnSpc>
              <a:spcBef>
                <a:spcPts val="0"/>
              </a:spcBef>
              <a:spcAft>
                <a:spcPts val="0"/>
              </a:spcAft>
              <a:buClr>
                <a:srgbClr val="8BDEDE"/>
              </a:buClr>
              <a:buSzPts val="3000"/>
              <a:buNone/>
              <a:defRPr sz="3000">
                <a:solidFill>
                  <a:srgbClr val="8BDEDE"/>
                </a:solidFill>
              </a:defRPr>
            </a:lvl6pPr>
            <a:lvl7pPr lvl="6" algn="l">
              <a:lnSpc>
                <a:spcPct val="110000"/>
              </a:lnSpc>
              <a:spcBef>
                <a:spcPts val="0"/>
              </a:spcBef>
              <a:spcAft>
                <a:spcPts val="0"/>
              </a:spcAft>
              <a:buClr>
                <a:srgbClr val="8BDEDE"/>
              </a:buClr>
              <a:buSzPts val="3000"/>
              <a:buNone/>
              <a:defRPr sz="3000">
                <a:solidFill>
                  <a:srgbClr val="8BDEDE"/>
                </a:solidFill>
              </a:defRPr>
            </a:lvl7pPr>
            <a:lvl8pPr lvl="7" algn="l">
              <a:lnSpc>
                <a:spcPct val="110000"/>
              </a:lnSpc>
              <a:spcBef>
                <a:spcPts val="0"/>
              </a:spcBef>
              <a:spcAft>
                <a:spcPts val="0"/>
              </a:spcAft>
              <a:buClr>
                <a:srgbClr val="8BDEDE"/>
              </a:buClr>
              <a:buSzPts val="3000"/>
              <a:buNone/>
              <a:defRPr sz="3000">
                <a:solidFill>
                  <a:srgbClr val="8BDEDE"/>
                </a:solidFill>
              </a:defRPr>
            </a:lvl8pPr>
            <a:lvl9pPr lvl="8" algn="l">
              <a:lnSpc>
                <a:spcPct val="110000"/>
              </a:lnSpc>
              <a:spcBef>
                <a:spcPts val="0"/>
              </a:spcBef>
              <a:spcAft>
                <a:spcPts val="0"/>
              </a:spcAft>
              <a:buClr>
                <a:srgbClr val="8BDEDE"/>
              </a:buClr>
              <a:buSzPts val="3000"/>
              <a:buNone/>
              <a:defRPr sz="3000">
                <a:solidFill>
                  <a:srgbClr val="8BDEDE"/>
                </a:solidFill>
              </a:defRPr>
            </a:lvl9pPr>
          </a:lstStyle>
          <a:p/>
        </p:txBody>
      </p:sp>
      <p:sp>
        <p:nvSpPr>
          <p:cNvPr id="12" name="Google Shape;12;p2"/>
          <p:cNvSpPr txBox="1"/>
          <p:nvPr>
            <p:ph idx="1" type="subTitle"/>
          </p:nvPr>
        </p:nvSpPr>
        <p:spPr>
          <a:xfrm>
            <a:off x="1504571" y="3453825"/>
            <a:ext cx="3393300" cy="9768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rgbClr val="011529"/>
              </a:buClr>
              <a:buSzPts val="1700"/>
              <a:buNone/>
              <a:defRPr sz="1700">
                <a:solidFill>
                  <a:srgbClr val="011529"/>
                </a:solidFill>
              </a:defRPr>
            </a:lvl1pPr>
            <a:lvl2pPr lvl="1" algn="l">
              <a:lnSpc>
                <a:spcPct val="115000"/>
              </a:lnSpc>
              <a:spcBef>
                <a:spcPts val="0"/>
              </a:spcBef>
              <a:spcAft>
                <a:spcPts val="0"/>
              </a:spcAft>
              <a:buClr>
                <a:srgbClr val="011529"/>
              </a:buClr>
              <a:buSzPts val="1700"/>
              <a:buNone/>
              <a:defRPr sz="1700">
                <a:solidFill>
                  <a:srgbClr val="011529"/>
                </a:solidFill>
              </a:defRPr>
            </a:lvl2pPr>
            <a:lvl3pPr lvl="2" algn="l">
              <a:lnSpc>
                <a:spcPct val="115000"/>
              </a:lnSpc>
              <a:spcBef>
                <a:spcPts val="0"/>
              </a:spcBef>
              <a:spcAft>
                <a:spcPts val="0"/>
              </a:spcAft>
              <a:buClr>
                <a:srgbClr val="011529"/>
              </a:buClr>
              <a:buSzPts val="1700"/>
              <a:buNone/>
              <a:defRPr sz="1700">
                <a:solidFill>
                  <a:srgbClr val="011529"/>
                </a:solidFill>
              </a:defRPr>
            </a:lvl3pPr>
            <a:lvl4pPr lvl="3" algn="l">
              <a:lnSpc>
                <a:spcPct val="115000"/>
              </a:lnSpc>
              <a:spcBef>
                <a:spcPts val="0"/>
              </a:spcBef>
              <a:spcAft>
                <a:spcPts val="0"/>
              </a:spcAft>
              <a:buClr>
                <a:srgbClr val="011529"/>
              </a:buClr>
              <a:buSzPts val="1700"/>
              <a:buNone/>
              <a:defRPr sz="1700">
                <a:solidFill>
                  <a:srgbClr val="011529"/>
                </a:solidFill>
              </a:defRPr>
            </a:lvl4pPr>
            <a:lvl5pPr lvl="4" algn="l">
              <a:lnSpc>
                <a:spcPct val="115000"/>
              </a:lnSpc>
              <a:spcBef>
                <a:spcPts val="0"/>
              </a:spcBef>
              <a:spcAft>
                <a:spcPts val="0"/>
              </a:spcAft>
              <a:buClr>
                <a:srgbClr val="011529"/>
              </a:buClr>
              <a:buSzPts val="1700"/>
              <a:buNone/>
              <a:defRPr sz="1700">
                <a:solidFill>
                  <a:srgbClr val="011529"/>
                </a:solidFill>
              </a:defRPr>
            </a:lvl5pPr>
            <a:lvl6pPr lvl="5" algn="l">
              <a:lnSpc>
                <a:spcPct val="115000"/>
              </a:lnSpc>
              <a:spcBef>
                <a:spcPts val="0"/>
              </a:spcBef>
              <a:spcAft>
                <a:spcPts val="0"/>
              </a:spcAft>
              <a:buClr>
                <a:srgbClr val="011529"/>
              </a:buClr>
              <a:buSzPts val="1700"/>
              <a:buNone/>
              <a:defRPr sz="1700">
                <a:solidFill>
                  <a:srgbClr val="011529"/>
                </a:solidFill>
              </a:defRPr>
            </a:lvl6pPr>
            <a:lvl7pPr lvl="6" algn="l">
              <a:lnSpc>
                <a:spcPct val="115000"/>
              </a:lnSpc>
              <a:spcBef>
                <a:spcPts val="0"/>
              </a:spcBef>
              <a:spcAft>
                <a:spcPts val="0"/>
              </a:spcAft>
              <a:buClr>
                <a:srgbClr val="011529"/>
              </a:buClr>
              <a:buSzPts val="1700"/>
              <a:buNone/>
              <a:defRPr sz="1700">
                <a:solidFill>
                  <a:srgbClr val="011529"/>
                </a:solidFill>
              </a:defRPr>
            </a:lvl7pPr>
            <a:lvl8pPr lvl="7" algn="l">
              <a:lnSpc>
                <a:spcPct val="115000"/>
              </a:lnSpc>
              <a:spcBef>
                <a:spcPts val="0"/>
              </a:spcBef>
              <a:spcAft>
                <a:spcPts val="0"/>
              </a:spcAft>
              <a:buClr>
                <a:srgbClr val="011529"/>
              </a:buClr>
              <a:buSzPts val="1700"/>
              <a:buNone/>
              <a:defRPr sz="1700">
                <a:solidFill>
                  <a:srgbClr val="011529"/>
                </a:solidFill>
              </a:defRPr>
            </a:lvl8pPr>
            <a:lvl9pPr lvl="8" algn="l">
              <a:lnSpc>
                <a:spcPct val="115000"/>
              </a:lnSpc>
              <a:spcBef>
                <a:spcPts val="0"/>
              </a:spcBef>
              <a:spcAft>
                <a:spcPts val="0"/>
              </a:spcAft>
              <a:buClr>
                <a:srgbClr val="011529"/>
              </a:buClr>
              <a:buSzPts val="1700"/>
              <a:buNone/>
              <a:defRPr sz="1700">
                <a:solidFill>
                  <a:srgbClr val="011529"/>
                </a:solidFill>
              </a:defRPr>
            </a:lvl9pPr>
          </a:lstStyle>
          <a:p/>
        </p:txBody>
      </p:sp>
      <p:sp>
        <p:nvSpPr>
          <p:cNvPr id="13" name="Google Shape;13;p2"/>
          <p:cNvSpPr txBox="1"/>
          <p:nvPr>
            <p:ph idx="2" type="subTitle"/>
          </p:nvPr>
        </p:nvSpPr>
        <p:spPr>
          <a:xfrm>
            <a:off x="1504575" y="1671225"/>
            <a:ext cx="6967800" cy="536100"/>
          </a:xfrm>
          <a:prstGeom prst="rect">
            <a:avLst/>
          </a:prstGeom>
        </p:spPr>
        <p:txBody>
          <a:bodyPr anchorCtr="0" anchor="t" bIns="0" lIns="91425" spcFirstLastPara="1" rIns="91425" wrap="square" tIns="0">
            <a:noAutofit/>
          </a:bodyPr>
          <a:lstStyle>
            <a:lvl1pPr lvl="0">
              <a:lnSpc>
                <a:spcPct val="100000"/>
              </a:lnSpc>
              <a:spcBef>
                <a:spcPts val="0"/>
              </a:spcBef>
              <a:spcAft>
                <a:spcPts val="0"/>
              </a:spcAft>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 name="Google Shape;14;p2"/>
          <p:cNvSpPr txBox="1"/>
          <p:nvPr>
            <p:ph idx="3" type="subTitle"/>
          </p:nvPr>
        </p:nvSpPr>
        <p:spPr>
          <a:xfrm>
            <a:off x="5079071" y="3453825"/>
            <a:ext cx="3393300" cy="976800"/>
          </a:xfrm>
          <a:prstGeom prst="rect">
            <a:avLst/>
          </a:prstGeom>
          <a:noFill/>
          <a:ln>
            <a:noFill/>
          </a:ln>
        </p:spPr>
        <p:txBody>
          <a:bodyPr anchorCtr="0" anchor="t" bIns="0" lIns="0" spcFirstLastPara="1" rIns="0" wrap="square" tIns="0">
            <a:noAutofit/>
          </a:bodyPr>
          <a:lstStyle>
            <a:lvl1pPr lvl="0" rtl="0" algn="r">
              <a:lnSpc>
                <a:spcPct val="115000"/>
              </a:lnSpc>
              <a:spcBef>
                <a:spcPts val="0"/>
              </a:spcBef>
              <a:spcAft>
                <a:spcPts val="0"/>
              </a:spcAft>
              <a:buClr>
                <a:srgbClr val="011529"/>
              </a:buClr>
              <a:buSzPts val="1700"/>
              <a:buNone/>
              <a:defRPr sz="1700">
                <a:solidFill>
                  <a:srgbClr val="011529"/>
                </a:solidFill>
              </a:defRPr>
            </a:lvl1pPr>
            <a:lvl2pPr lvl="1" rtl="0" algn="r">
              <a:lnSpc>
                <a:spcPct val="115000"/>
              </a:lnSpc>
              <a:spcBef>
                <a:spcPts val="0"/>
              </a:spcBef>
              <a:spcAft>
                <a:spcPts val="0"/>
              </a:spcAft>
              <a:buClr>
                <a:srgbClr val="011529"/>
              </a:buClr>
              <a:buSzPts val="1700"/>
              <a:buNone/>
              <a:defRPr sz="1700">
                <a:solidFill>
                  <a:srgbClr val="011529"/>
                </a:solidFill>
              </a:defRPr>
            </a:lvl2pPr>
            <a:lvl3pPr lvl="2" rtl="0" algn="r">
              <a:lnSpc>
                <a:spcPct val="115000"/>
              </a:lnSpc>
              <a:spcBef>
                <a:spcPts val="0"/>
              </a:spcBef>
              <a:spcAft>
                <a:spcPts val="0"/>
              </a:spcAft>
              <a:buClr>
                <a:srgbClr val="011529"/>
              </a:buClr>
              <a:buSzPts val="1700"/>
              <a:buNone/>
              <a:defRPr sz="1700">
                <a:solidFill>
                  <a:srgbClr val="011529"/>
                </a:solidFill>
              </a:defRPr>
            </a:lvl3pPr>
            <a:lvl4pPr lvl="3" rtl="0" algn="r">
              <a:lnSpc>
                <a:spcPct val="115000"/>
              </a:lnSpc>
              <a:spcBef>
                <a:spcPts val="0"/>
              </a:spcBef>
              <a:spcAft>
                <a:spcPts val="0"/>
              </a:spcAft>
              <a:buClr>
                <a:srgbClr val="011529"/>
              </a:buClr>
              <a:buSzPts val="1700"/>
              <a:buNone/>
              <a:defRPr sz="1700">
                <a:solidFill>
                  <a:srgbClr val="011529"/>
                </a:solidFill>
              </a:defRPr>
            </a:lvl4pPr>
            <a:lvl5pPr lvl="4" rtl="0" algn="r">
              <a:lnSpc>
                <a:spcPct val="115000"/>
              </a:lnSpc>
              <a:spcBef>
                <a:spcPts val="0"/>
              </a:spcBef>
              <a:spcAft>
                <a:spcPts val="0"/>
              </a:spcAft>
              <a:buClr>
                <a:srgbClr val="011529"/>
              </a:buClr>
              <a:buSzPts val="1700"/>
              <a:buNone/>
              <a:defRPr sz="1700">
                <a:solidFill>
                  <a:srgbClr val="011529"/>
                </a:solidFill>
              </a:defRPr>
            </a:lvl5pPr>
            <a:lvl6pPr lvl="5" rtl="0" algn="r">
              <a:lnSpc>
                <a:spcPct val="115000"/>
              </a:lnSpc>
              <a:spcBef>
                <a:spcPts val="0"/>
              </a:spcBef>
              <a:spcAft>
                <a:spcPts val="0"/>
              </a:spcAft>
              <a:buClr>
                <a:srgbClr val="011529"/>
              </a:buClr>
              <a:buSzPts val="1700"/>
              <a:buNone/>
              <a:defRPr sz="1700">
                <a:solidFill>
                  <a:srgbClr val="011529"/>
                </a:solidFill>
              </a:defRPr>
            </a:lvl6pPr>
            <a:lvl7pPr lvl="6" rtl="0" algn="r">
              <a:lnSpc>
                <a:spcPct val="115000"/>
              </a:lnSpc>
              <a:spcBef>
                <a:spcPts val="0"/>
              </a:spcBef>
              <a:spcAft>
                <a:spcPts val="0"/>
              </a:spcAft>
              <a:buClr>
                <a:srgbClr val="011529"/>
              </a:buClr>
              <a:buSzPts val="1700"/>
              <a:buNone/>
              <a:defRPr sz="1700">
                <a:solidFill>
                  <a:srgbClr val="011529"/>
                </a:solidFill>
              </a:defRPr>
            </a:lvl7pPr>
            <a:lvl8pPr lvl="7" rtl="0" algn="r">
              <a:lnSpc>
                <a:spcPct val="115000"/>
              </a:lnSpc>
              <a:spcBef>
                <a:spcPts val="0"/>
              </a:spcBef>
              <a:spcAft>
                <a:spcPts val="0"/>
              </a:spcAft>
              <a:buClr>
                <a:srgbClr val="011529"/>
              </a:buClr>
              <a:buSzPts val="1700"/>
              <a:buNone/>
              <a:defRPr sz="1700">
                <a:solidFill>
                  <a:srgbClr val="011529"/>
                </a:solidFill>
              </a:defRPr>
            </a:lvl8pPr>
            <a:lvl9pPr lvl="8" rtl="0" algn="r">
              <a:lnSpc>
                <a:spcPct val="115000"/>
              </a:lnSpc>
              <a:spcBef>
                <a:spcPts val="0"/>
              </a:spcBef>
              <a:spcAft>
                <a:spcPts val="0"/>
              </a:spcAft>
              <a:buClr>
                <a:srgbClr val="011529"/>
              </a:buClr>
              <a:buSzPts val="1700"/>
              <a:buNone/>
              <a:defRPr sz="1700">
                <a:solidFill>
                  <a:srgbClr val="011529"/>
                </a:solidFill>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slide">
  <p:cSld name="TITLE_1">
    <p:spTree>
      <p:nvGrpSpPr>
        <p:cNvPr id="15" name="Shape 15"/>
        <p:cNvGrpSpPr/>
        <p:nvPr/>
      </p:nvGrpSpPr>
      <p:grpSpPr>
        <a:xfrm>
          <a:off x="0" y="0"/>
          <a:ext cx="0" cy="0"/>
          <a:chOff x="0" y="0"/>
          <a:chExt cx="0" cy="0"/>
        </a:xfrm>
      </p:grpSpPr>
      <p:pic>
        <p:nvPicPr>
          <p:cNvPr descr="178FE82A-36FF-4BA6-BB0B-EAFF6D3A408E" id="16" name="Google Shape;16;p3"/>
          <p:cNvPicPr preferRelativeResize="0"/>
          <p:nvPr/>
        </p:nvPicPr>
        <p:blipFill rotWithShape="1">
          <a:blip r:embed="rId2">
            <a:alphaModFix/>
          </a:blip>
          <a:srcRect b="0" l="0" r="59287" t="0"/>
          <a:stretch/>
        </p:blipFill>
        <p:spPr>
          <a:xfrm>
            <a:off x="3174" y="4763"/>
            <a:ext cx="740241" cy="5138738"/>
          </a:xfrm>
          <a:prstGeom prst="rect">
            <a:avLst/>
          </a:prstGeom>
          <a:noFill/>
          <a:ln>
            <a:noFill/>
          </a:ln>
        </p:spPr>
      </p:pic>
      <p:sp>
        <p:nvSpPr>
          <p:cNvPr id="17" name="Google Shape;17;p3"/>
          <p:cNvSpPr txBox="1"/>
          <p:nvPr>
            <p:ph type="ctrTitle"/>
          </p:nvPr>
        </p:nvSpPr>
        <p:spPr>
          <a:xfrm>
            <a:off x="1504575" y="1177725"/>
            <a:ext cx="6786600" cy="493500"/>
          </a:xfrm>
          <a:prstGeom prst="rect">
            <a:avLst/>
          </a:prstGeom>
          <a:noFill/>
          <a:ln>
            <a:noFill/>
          </a:ln>
        </p:spPr>
        <p:txBody>
          <a:bodyPr anchorCtr="0" anchor="t" bIns="0" lIns="0" spcFirstLastPara="1" rIns="0" wrap="square" tIns="0">
            <a:noAutofit/>
          </a:bodyPr>
          <a:lstStyle>
            <a:lvl1pPr lvl="0" rtl="0" algn="l">
              <a:lnSpc>
                <a:spcPct val="110000"/>
              </a:lnSpc>
              <a:spcBef>
                <a:spcPts val="0"/>
              </a:spcBef>
              <a:spcAft>
                <a:spcPts val="0"/>
              </a:spcAft>
              <a:buClr>
                <a:srgbClr val="000000"/>
              </a:buClr>
              <a:buSzPts val="3000"/>
              <a:buNone/>
              <a:defRPr sz="3000">
                <a:solidFill>
                  <a:srgbClr val="000000"/>
                </a:solidFill>
              </a:defRPr>
            </a:lvl1pPr>
            <a:lvl2pPr lvl="1" rtl="0" algn="l">
              <a:lnSpc>
                <a:spcPct val="110000"/>
              </a:lnSpc>
              <a:spcBef>
                <a:spcPts val="0"/>
              </a:spcBef>
              <a:spcAft>
                <a:spcPts val="0"/>
              </a:spcAft>
              <a:buClr>
                <a:srgbClr val="8BDEDE"/>
              </a:buClr>
              <a:buSzPts val="3000"/>
              <a:buNone/>
              <a:defRPr sz="3000">
                <a:solidFill>
                  <a:srgbClr val="8BDEDE"/>
                </a:solidFill>
              </a:defRPr>
            </a:lvl2pPr>
            <a:lvl3pPr lvl="2" rtl="0" algn="l">
              <a:lnSpc>
                <a:spcPct val="110000"/>
              </a:lnSpc>
              <a:spcBef>
                <a:spcPts val="0"/>
              </a:spcBef>
              <a:spcAft>
                <a:spcPts val="0"/>
              </a:spcAft>
              <a:buClr>
                <a:srgbClr val="8BDEDE"/>
              </a:buClr>
              <a:buSzPts val="3000"/>
              <a:buNone/>
              <a:defRPr sz="3000">
                <a:solidFill>
                  <a:srgbClr val="8BDEDE"/>
                </a:solidFill>
              </a:defRPr>
            </a:lvl3pPr>
            <a:lvl4pPr lvl="3" rtl="0" algn="l">
              <a:lnSpc>
                <a:spcPct val="110000"/>
              </a:lnSpc>
              <a:spcBef>
                <a:spcPts val="0"/>
              </a:spcBef>
              <a:spcAft>
                <a:spcPts val="0"/>
              </a:spcAft>
              <a:buClr>
                <a:srgbClr val="8BDEDE"/>
              </a:buClr>
              <a:buSzPts val="3000"/>
              <a:buNone/>
              <a:defRPr sz="3000">
                <a:solidFill>
                  <a:srgbClr val="8BDEDE"/>
                </a:solidFill>
              </a:defRPr>
            </a:lvl4pPr>
            <a:lvl5pPr lvl="4" rtl="0" algn="l">
              <a:lnSpc>
                <a:spcPct val="110000"/>
              </a:lnSpc>
              <a:spcBef>
                <a:spcPts val="0"/>
              </a:spcBef>
              <a:spcAft>
                <a:spcPts val="0"/>
              </a:spcAft>
              <a:buClr>
                <a:srgbClr val="8BDEDE"/>
              </a:buClr>
              <a:buSzPts val="3000"/>
              <a:buNone/>
              <a:defRPr sz="3000">
                <a:solidFill>
                  <a:srgbClr val="8BDEDE"/>
                </a:solidFill>
              </a:defRPr>
            </a:lvl5pPr>
            <a:lvl6pPr lvl="5" rtl="0" algn="l">
              <a:lnSpc>
                <a:spcPct val="110000"/>
              </a:lnSpc>
              <a:spcBef>
                <a:spcPts val="0"/>
              </a:spcBef>
              <a:spcAft>
                <a:spcPts val="0"/>
              </a:spcAft>
              <a:buClr>
                <a:srgbClr val="8BDEDE"/>
              </a:buClr>
              <a:buSzPts val="3000"/>
              <a:buNone/>
              <a:defRPr sz="3000">
                <a:solidFill>
                  <a:srgbClr val="8BDEDE"/>
                </a:solidFill>
              </a:defRPr>
            </a:lvl6pPr>
            <a:lvl7pPr lvl="6" rtl="0" algn="l">
              <a:lnSpc>
                <a:spcPct val="110000"/>
              </a:lnSpc>
              <a:spcBef>
                <a:spcPts val="0"/>
              </a:spcBef>
              <a:spcAft>
                <a:spcPts val="0"/>
              </a:spcAft>
              <a:buClr>
                <a:srgbClr val="8BDEDE"/>
              </a:buClr>
              <a:buSzPts val="3000"/>
              <a:buNone/>
              <a:defRPr sz="3000">
                <a:solidFill>
                  <a:srgbClr val="8BDEDE"/>
                </a:solidFill>
              </a:defRPr>
            </a:lvl7pPr>
            <a:lvl8pPr lvl="7" rtl="0" algn="l">
              <a:lnSpc>
                <a:spcPct val="110000"/>
              </a:lnSpc>
              <a:spcBef>
                <a:spcPts val="0"/>
              </a:spcBef>
              <a:spcAft>
                <a:spcPts val="0"/>
              </a:spcAft>
              <a:buClr>
                <a:srgbClr val="8BDEDE"/>
              </a:buClr>
              <a:buSzPts val="3000"/>
              <a:buNone/>
              <a:defRPr sz="3000">
                <a:solidFill>
                  <a:srgbClr val="8BDEDE"/>
                </a:solidFill>
              </a:defRPr>
            </a:lvl8pPr>
            <a:lvl9pPr lvl="8" rtl="0" algn="l">
              <a:lnSpc>
                <a:spcPct val="110000"/>
              </a:lnSpc>
              <a:spcBef>
                <a:spcPts val="0"/>
              </a:spcBef>
              <a:spcAft>
                <a:spcPts val="0"/>
              </a:spcAft>
              <a:buClr>
                <a:srgbClr val="8BDEDE"/>
              </a:buClr>
              <a:buSzPts val="3000"/>
              <a:buNone/>
              <a:defRPr sz="3000">
                <a:solidFill>
                  <a:srgbClr val="8BDEDE"/>
                </a:solidFill>
              </a:defRPr>
            </a:lvl9pPr>
          </a:lstStyle>
          <a:p/>
        </p:txBody>
      </p:sp>
      <p:sp>
        <p:nvSpPr>
          <p:cNvPr id="18" name="Google Shape;18;p3"/>
          <p:cNvSpPr txBox="1"/>
          <p:nvPr>
            <p:ph idx="1" type="subTitle"/>
          </p:nvPr>
        </p:nvSpPr>
        <p:spPr>
          <a:xfrm>
            <a:off x="1504579" y="3453825"/>
            <a:ext cx="6786600" cy="976800"/>
          </a:xfrm>
          <a:prstGeom prst="rect">
            <a:avLst/>
          </a:prstGeom>
          <a:noFill/>
          <a:ln>
            <a:noFill/>
          </a:ln>
        </p:spPr>
        <p:txBody>
          <a:bodyPr anchorCtr="0" anchor="t" bIns="0" lIns="0" spcFirstLastPara="1" rIns="0" wrap="square" tIns="0">
            <a:noAutofit/>
          </a:bodyPr>
          <a:lstStyle>
            <a:lvl1pPr lvl="0" rtl="0" algn="l">
              <a:lnSpc>
                <a:spcPct val="115000"/>
              </a:lnSpc>
              <a:spcBef>
                <a:spcPts val="0"/>
              </a:spcBef>
              <a:spcAft>
                <a:spcPts val="0"/>
              </a:spcAft>
              <a:buClr>
                <a:srgbClr val="011529"/>
              </a:buClr>
              <a:buSzPts val="1700"/>
              <a:buNone/>
              <a:defRPr sz="1700">
                <a:solidFill>
                  <a:srgbClr val="011529"/>
                </a:solidFill>
              </a:defRPr>
            </a:lvl1pPr>
            <a:lvl2pPr lvl="1" rtl="0" algn="l">
              <a:lnSpc>
                <a:spcPct val="115000"/>
              </a:lnSpc>
              <a:spcBef>
                <a:spcPts val="0"/>
              </a:spcBef>
              <a:spcAft>
                <a:spcPts val="0"/>
              </a:spcAft>
              <a:buClr>
                <a:srgbClr val="011529"/>
              </a:buClr>
              <a:buSzPts val="1700"/>
              <a:buNone/>
              <a:defRPr sz="1700">
                <a:solidFill>
                  <a:srgbClr val="011529"/>
                </a:solidFill>
              </a:defRPr>
            </a:lvl2pPr>
            <a:lvl3pPr lvl="2" rtl="0" algn="l">
              <a:lnSpc>
                <a:spcPct val="115000"/>
              </a:lnSpc>
              <a:spcBef>
                <a:spcPts val="0"/>
              </a:spcBef>
              <a:spcAft>
                <a:spcPts val="0"/>
              </a:spcAft>
              <a:buClr>
                <a:srgbClr val="011529"/>
              </a:buClr>
              <a:buSzPts val="1700"/>
              <a:buNone/>
              <a:defRPr sz="1700">
                <a:solidFill>
                  <a:srgbClr val="011529"/>
                </a:solidFill>
              </a:defRPr>
            </a:lvl3pPr>
            <a:lvl4pPr lvl="3" rtl="0" algn="l">
              <a:lnSpc>
                <a:spcPct val="115000"/>
              </a:lnSpc>
              <a:spcBef>
                <a:spcPts val="0"/>
              </a:spcBef>
              <a:spcAft>
                <a:spcPts val="0"/>
              </a:spcAft>
              <a:buClr>
                <a:srgbClr val="011529"/>
              </a:buClr>
              <a:buSzPts val="1700"/>
              <a:buNone/>
              <a:defRPr sz="1700">
                <a:solidFill>
                  <a:srgbClr val="011529"/>
                </a:solidFill>
              </a:defRPr>
            </a:lvl4pPr>
            <a:lvl5pPr lvl="4" rtl="0" algn="l">
              <a:lnSpc>
                <a:spcPct val="115000"/>
              </a:lnSpc>
              <a:spcBef>
                <a:spcPts val="0"/>
              </a:spcBef>
              <a:spcAft>
                <a:spcPts val="0"/>
              </a:spcAft>
              <a:buClr>
                <a:srgbClr val="011529"/>
              </a:buClr>
              <a:buSzPts val="1700"/>
              <a:buNone/>
              <a:defRPr sz="1700">
                <a:solidFill>
                  <a:srgbClr val="011529"/>
                </a:solidFill>
              </a:defRPr>
            </a:lvl5pPr>
            <a:lvl6pPr lvl="5" rtl="0" algn="l">
              <a:lnSpc>
                <a:spcPct val="115000"/>
              </a:lnSpc>
              <a:spcBef>
                <a:spcPts val="0"/>
              </a:spcBef>
              <a:spcAft>
                <a:spcPts val="0"/>
              </a:spcAft>
              <a:buClr>
                <a:srgbClr val="011529"/>
              </a:buClr>
              <a:buSzPts val="1700"/>
              <a:buNone/>
              <a:defRPr sz="1700">
                <a:solidFill>
                  <a:srgbClr val="011529"/>
                </a:solidFill>
              </a:defRPr>
            </a:lvl6pPr>
            <a:lvl7pPr lvl="6" rtl="0" algn="l">
              <a:lnSpc>
                <a:spcPct val="115000"/>
              </a:lnSpc>
              <a:spcBef>
                <a:spcPts val="0"/>
              </a:spcBef>
              <a:spcAft>
                <a:spcPts val="0"/>
              </a:spcAft>
              <a:buClr>
                <a:srgbClr val="011529"/>
              </a:buClr>
              <a:buSzPts val="1700"/>
              <a:buNone/>
              <a:defRPr sz="1700">
                <a:solidFill>
                  <a:srgbClr val="011529"/>
                </a:solidFill>
              </a:defRPr>
            </a:lvl7pPr>
            <a:lvl8pPr lvl="7" rtl="0" algn="l">
              <a:lnSpc>
                <a:spcPct val="115000"/>
              </a:lnSpc>
              <a:spcBef>
                <a:spcPts val="0"/>
              </a:spcBef>
              <a:spcAft>
                <a:spcPts val="0"/>
              </a:spcAft>
              <a:buClr>
                <a:srgbClr val="011529"/>
              </a:buClr>
              <a:buSzPts val="1700"/>
              <a:buNone/>
              <a:defRPr sz="1700">
                <a:solidFill>
                  <a:srgbClr val="011529"/>
                </a:solidFill>
              </a:defRPr>
            </a:lvl8pPr>
            <a:lvl9pPr lvl="8" rtl="0" algn="l">
              <a:lnSpc>
                <a:spcPct val="115000"/>
              </a:lnSpc>
              <a:spcBef>
                <a:spcPts val="0"/>
              </a:spcBef>
              <a:spcAft>
                <a:spcPts val="0"/>
              </a:spcAft>
              <a:buClr>
                <a:srgbClr val="011529"/>
              </a:buClr>
              <a:buSzPts val="1700"/>
              <a:buNone/>
              <a:defRPr sz="1700">
                <a:solidFill>
                  <a:srgbClr val="011529"/>
                </a:solidFill>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9" name="Shape 19"/>
        <p:cNvGrpSpPr/>
        <p:nvPr/>
      </p:nvGrpSpPr>
      <p:grpSpPr>
        <a:xfrm>
          <a:off x="0" y="0"/>
          <a:ext cx="0" cy="0"/>
          <a:chOff x="0" y="0"/>
          <a:chExt cx="0" cy="0"/>
        </a:xfrm>
      </p:grpSpPr>
      <p:sp>
        <p:nvSpPr>
          <p:cNvPr id="20" name="Google Shape;20;p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1" name="Google Shape;21;p4"/>
          <p:cNvSpPr txBox="1"/>
          <p:nvPr>
            <p:ph idx="1" type="body"/>
          </p:nvPr>
        </p:nvSpPr>
        <p:spPr>
          <a:xfrm>
            <a:off x="311700" y="1152475"/>
            <a:ext cx="3999900" cy="3225301"/>
          </a:xfrm>
          <a:prstGeom prst="rect">
            <a:avLst/>
          </a:prstGeom>
          <a:noFill/>
          <a:ln>
            <a:noFill/>
          </a:ln>
        </p:spPr>
        <p:txBody>
          <a:bodyPr anchorCtr="0" anchor="t" bIns="91425" lIns="91425" spcFirstLastPara="1" rIns="91425" wrap="square" tIns="91425">
            <a:noAutofit/>
          </a:bodyPr>
          <a:lstStyle>
            <a:lvl1pPr indent="-317500" lvl="0" marL="457200" algn="l">
              <a:lnSpc>
                <a:spcPct val="120000"/>
              </a:lnSpc>
              <a:spcBef>
                <a:spcPts val="0"/>
              </a:spcBef>
              <a:spcAft>
                <a:spcPts val="0"/>
              </a:spcAft>
              <a:buSzPts val="1400"/>
              <a:buChar char="●"/>
              <a:defRPr sz="1400"/>
            </a:lvl1pPr>
            <a:lvl2pPr indent="-304800" lvl="1" marL="914400" algn="l">
              <a:lnSpc>
                <a:spcPct val="120000"/>
              </a:lnSpc>
              <a:spcBef>
                <a:spcPts val="0"/>
              </a:spcBef>
              <a:spcAft>
                <a:spcPts val="0"/>
              </a:spcAft>
              <a:buSzPts val="1200"/>
              <a:buChar char="○"/>
              <a:defRPr sz="1200"/>
            </a:lvl2pPr>
            <a:lvl3pPr indent="-304800" lvl="2" marL="1371600" algn="l">
              <a:lnSpc>
                <a:spcPct val="120000"/>
              </a:lnSpc>
              <a:spcBef>
                <a:spcPts val="0"/>
              </a:spcBef>
              <a:spcAft>
                <a:spcPts val="0"/>
              </a:spcAft>
              <a:buSzPts val="1200"/>
              <a:buChar char="■"/>
              <a:defRPr sz="1200"/>
            </a:lvl3pPr>
            <a:lvl4pPr indent="-304800" lvl="3" marL="1828800" algn="l">
              <a:lnSpc>
                <a:spcPct val="120000"/>
              </a:lnSpc>
              <a:spcBef>
                <a:spcPts val="0"/>
              </a:spcBef>
              <a:spcAft>
                <a:spcPts val="0"/>
              </a:spcAft>
              <a:buSzPts val="1200"/>
              <a:buChar char="●"/>
              <a:defRPr sz="1200"/>
            </a:lvl4pPr>
            <a:lvl5pPr indent="-304800" lvl="4" marL="2286000" algn="l">
              <a:lnSpc>
                <a:spcPct val="120000"/>
              </a:lnSpc>
              <a:spcBef>
                <a:spcPts val="0"/>
              </a:spcBef>
              <a:spcAft>
                <a:spcPts val="0"/>
              </a:spcAft>
              <a:buSzPts val="1200"/>
              <a:buChar char="○"/>
              <a:defRPr sz="1200"/>
            </a:lvl5pPr>
            <a:lvl6pPr indent="-304800" lvl="5" marL="2743200" algn="l">
              <a:lnSpc>
                <a:spcPct val="120000"/>
              </a:lnSpc>
              <a:spcBef>
                <a:spcPts val="0"/>
              </a:spcBef>
              <a:spcAft>
                <a:spcPts val="0"/>
              </a:spcAft>
              <a:buSzPts val="1200"/>
              <a:buChar char="■"/>
              <a:defRPr sz="1200"/>
            </a:lvl6pPr>
            <a:lvl7pPr indent="-304800" lvl="6" marL="3200400" algn="l">
              <a:lnSpc>
                <a:spcPct val="120000"/>
              </a:lnSpc>
              <a:spcBef>
                <a:spcPts val="0"/>
              </a:spcBef>
              <a:spcAft>
                <a:spcPts val="0"/>
              </a:spcAft>
              <a:buSzPts val="1200"/>
              <a:buChar char="●"/>
              <a:defRPr sz="1200"/>
            </a:lvl7pPr>
            <a:lvl8pPr indent="-304800" lvl="7" marL="3657600" algn="l">
              <a:lnSpc>
                <a:spcPct val="120000"/>
              </a:lnSpc>
              <a:spcBef>
                <a:spcPts val="0"/>
              </a:spcBef>
              <a:spcAft>
                <a:spcPts val="0"/>
              </a:spcAft>
              <a:buSzPts val="1200"/>
              <a:buChar char="○"/>
              <a:defRPr sz="1200"/>
            </a:lvl8pPr>
            <a:lvl9pPr indent="-304800" lvl="8" marL="4114800" algn="l">
              <a:lnSpc>
                <a:spcPct val="120000"/>
              </a:lnSpc>
              <a:spcBef>
                <a:spcPts val="0"/>
              </a:spcBef>
              <a:spcAft>
                <a:spcPts val="0"/>
              </a:spcAft>
              <a:buSzPts val="1200"/>
              <a:buChar char="■"/>
              <a:defRPr sz="1200"/>
            </a:lvl9pPr>
          </a:lstStyle>
          <a:p/>
        </p:txBody>
      </p:sp>
      <p:sp>
        <p:nvSpPr>
          <p:cNvPr id="22" name="Google Shape;22;p4"/>
          <p:cNvSpPr txBox="1"/>
          <p:nvPr>
            <p:ph idx="2" type="body"/>
          </p:nvPr>
        </p:nvSpPr>
        <p:spPr>
          <a:xfrm>
            <a:off x="4832400" y="1152475"/>
            <a:ext cx="3999900" cy="3225301"/>
          </a:xfrm>
          <a:prstGeom prst="rect">
            <a:avLst/>
          </a:prstGeom>
          <a:noFill/>
          <a:ln>
            <a:noFill/>
          </a:ln>
        </p:spPr>
        <p:txBody>
          <a:bodyPr anchorCtr="0" anchor="t" bIns="91425" lIns="91425" spcFirstLastPara="1" rIns="91425" wrap="square" tIns="91425">
            <a:noAutofit/>
          </a:bodyPr>
          <a:lstStyle>
            <a:lvl1pPr indent="-317500" lvl="0" marL="457200" algn="l">
              <a:lnSpc>
                <a:spcPct val="120000"/>
              </a:lnSpc>
              <a:spcBef>
                <a:spcPts val="0"/>
              </a:spcBef>
              <a:spcAft>
                <a:spcPts val="0"/>
              </a:spcAft>
              <a:buSzPts val="1400"/>
              <a:buChar char="●"/>
              <a:defRPr sz="1400"/>
            </a:lvl1pPr>
            <a:lvl2pPr indent="-304800" lvl="1" marL="914400" algn="l">
              <a:lnSpc>
                <a:spcPct val="120000"/>
              </a:lnSpc>
              <a:spcBef>
                <a:spcPts val="0"/>
              </a:spcBef>
              <a:spcAft>
                <a:spcPts val="0"/>
              </a:spcAft>
              <a:buSzPts val="1200"/>
              <a:buChar char="○"/>
              <a:defRPr sz="1200"/>
            </a:lvl2pPr>
            <a:lvl3pPr indent="-304800" lvl="2" marL="1371600" algn="l">
              <a:lnSpc>
                <a:spcPct val="120000"/>
              </a:lnSpc>
              <a:spcBef>
                <a:spcPts val="0"/>
              </a:spcBef>
              <a:spcAft>
                <a:spcPts val="0"/>
              </a:spcAft>
              <a:buSzPts val="1200"/>
              <a:buChar char="■"/>
              <a:defRPr sz="1200"/>
            </a:lvl3pPr>
            <a:lvl4pPr indent="-304800" lvl="3" marL="1828800" algn="l">
              <a:lnSpc>
                <a:spcPct val="120000"/>
              </a:lnSpc>
              <a:spcBef>
                <a:spcPts val="0"/>
              </a:spcBef>
              <a:spcAft>
                <a:spcPts val="0"/>
              </a:spcAft>
              <a:buSzPts val="1200"/>
              <a:buChar char="●"/>
              <a:defRPr sz="1200"/>
            </a:lvl4pPr>
            <a:lvl5pPr indent="-304800" lvl="4" marL="2286000" algn="l">
              <a:lnSpc>
                <a:spcPct val="120000"/>
              </a:lnSpc>
              <a:spcBef>
                <a:spcPts val="0"/>
              </a:spcBef>
              <a:spcAft>
                <a:spcPts val="0"/>
              </a:spcAft>
              <a:buSzPts val="1200"/>
              <a:buChar char="○"/>
              <a:defRPr sz="1200"/>
            </a:lvl5pPr>
            <a:lvl6pPr indent="-304800" lvl="5" marL="2743200" algn="l">
              <a:lnSpc>
                <a:spcPct val="120000"/>
              </a:lnSpc>
              <a:spcBef>
                <a:spcPts val="0"/>
              </a:spcBef>
              <a:spcAft>
                <a:spcPts val="0"/>
              </a:spcAft>
              <a:buSzPts val="1200"/>
              <a:buChar char="■"/>
              <a:defRPr sz="1200"/>
            </a:lvl6pPr>
            <a:lvl7pPr indent="-304800" lvl="6" marL="3200400" algn="l">
              <a:lnSpc>
                <a:spcPct val="120000"/>
              </a:lnSpc>
              <a:spcBef>
                <a:spcPts val="0"/>
              </a:spcBef>
              <a:spcAft>
                <a:spcPts val="0"/>
              </a:spcAft>
              <a:buSzPts val="1200"/>
              <a:buChar char="●"/>
              <a:defRPr sz="1200"/>
            </a:lvl7pPr>
            <a:lvl8pPr indent="-304800" lvl="7" marL="3657600" algn="l">
              <a:lnSpc>
                <a:spcPct val="120000"/>
              </a:lnSpc>
              <a:spcBef>
                <a:spcPts val="0"/>
              </a:spcBef>
              <a:spcAft>
                <a:spcPts val="0"/>
              </a:spcAft>
              <a:buSzPts val="1200"/>
              <a:buChar char="○"/>
              <a:defRPr sz="1200"/>
            </a:lvl8pPr>
            <a:lvl9pPr indent="-304800" lvl="8" marL="4114800" algn="l">
              <a:lnSpc>
                <a:spcPct val="120000"/>
              </a:lnSpc>
              <a:spcBef>
                <a:spcPts val="0"/>
              </a:spcBef>
              <a:spcAft>
                <a:spcPts val="0"/>
              </a:spcAft>
              <a:buSzPts val="1200"/>
              <a:buChar char="■"/>
              <a:defRPr sz="1200"/>
            </a:lvl9pPr>
          </a:lstStyle>
          <a:p/>
        </p:txBody>
      </p:sp>
      <p:pic>
        <p:nvPicPr>
          <p:cNvPr descr="178FE82A-36FF-4BA6-BB0B-EAFF6D3A408E" id="23" name="Google Shape;23;p4"/>
          <p:cNvPicPr preferRelativeResize="0"/>
          <p:nvPr/>
        </p:nvPicPr>
        <p:blipFill rotWithShape="1">
          <a:blip r:embed="rId2">
            <a:alphaModFix/>
          </a:blip>
          <a:srcRect b="0" l="20987" r="59288" t="0"/>
          <a:stretch/>
        </p:blipFill>
        <p:spPr>
          <a:xfrm rot="5400000">
            <a:off x="4489452" y="497418"/>
            <a:ext cx="165102" cy="9144000"/>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one column">
  <p:cSld name="1_Title and two columns">
    <p:spTree>
      <p:nvGrpSpPr>
        <p:cNvPr id="24" name="Shape 24"/>
        <p:cNvGrpSpPr/>
        <p:nvPr/>
      </p:nvGrpSpPr>
      <p:grpSpPr>
        <a:xfrm>
          <a:off x="0" y="0"/>
          <a:ext cx="0" cy="0"/>
          <a:chOff x="0" y="0"/>
          <a:chExt cx="0" cy="0"/>
        </a:xfrm>
      </p:grpSpPr>
      <p:sp>
        <p:nvSpPr>
          <p:cNvPr id="25" name="Google Shape;25;p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6" name="Google Shape;26;p5"/>
          <p:cNvSpPr txBox="1"/>
          <p:nvPr>
            <p:ph idx="1" type="body"/>
          </p:nvPr>
        </p:nvSpPr>
        <p:spPr>
          <a:xfrm>
            <a:off x="311700" y="1152475"/>
            <a:ext cx="8520600" cy="3225301"/>
          </a:xfrm>
          <a:prstGeom prst="rect">
            <a:avLst/>
          </a:prstGeom>
          <a:noFill/>
          <a:ln>
            <a:noFill/>
          </a:ln>
        </p:spPr>
        <p:txBody>
          <a:bodyPr anchorCtr="0" anchor="t" bIns="91425" lIns="91425" spcFirstLastPara="1" rIns="91425" wrap="square" tIns="91425">
            <a:noAutofit/>
          </a:bodyPr>
          <a:lstStyle>
            <a:lvl1pPr indent="-317500" lvl="0" marL="457200" algn="l">
              <a:lnSpc>
                <a:spcPct val="120000"/>
              </a:lnSpc>
              <a:spcBef>
                <a:spcPts val="0"/>
              </a:spcBef>
              <a:spcAft>
                <a:spcPts val="0"/>
              </a:spcAft>
              <a:buSzPts val="1400"/>
              <a:buChar char="●"/>
              <a:defRPr sz="1400"/>
            </a:lvl1pPr>
            <a:lvl2pPr indent="-304800" lvl="1" marL="914400" algn="l">
              <a:lnSpc>
                <a:spcPct val="120000"/>
              </a:lnSpc>
              <a:spcBef>
                <a:spcPts val="0"/>
              </a:spcBef>
              <a:spcAft>
                <a:spcPts val="0"/>
              </a:spcAft>
              <a:buSzPts val="1200"/>
              <a:buChar char="○"/>
              <a:defRPr sz="1200"/>
            </a:lvl2pPr>
            <a:lvl3pPr indent="-304800" lvl="2" marL="1371600" algn="l">
              <a:lnSpc>
                <a:spcPct val="120000"/>
              </a:lnSpc>
              <a:spcBef>
                <a:spcPts val="0"/>
              </a:spcBef>
              <a:spcAft>
                <a:spcPts val="0"/>
              </a:spcAft>
              <a:buSzPts val="1200"/>
              <a:buChar char="■"/>
              <a:defRPr sz="1200"/>
            </a:lvl3pPr>
            <a:lvl4pPr indent="-304800" lvl="3" marL="1828800" algn="l">
              <a:lnSpc>
                <a:spcPct val="120000"/>
              </a:lnSpc>
              <a:spcBef>
                <a:spcPts val="0"/>
              </a:spcBef>
              <a:spcAft>
                <a:spcPts val="0"/>
              </a:spcAft>
              <a:buSzPts val="1200"/>
              <a:buChar char="●"/>
              <a:defRPr sz="1200"/>
            </a:lvl4pPr>
            <a:lvl5pPr indent="-304800" lvl="4" marL="2286000" algn="l">
              <a:lnSpc>
                <a:spcPct val="120000"/>
              </a:lnSpc>
              <a:spcBef>
                <a:spcPts val="0"/>
              </a:spcBef>
              <a:spcAft>
                <a:spcPts val="0"/>
              </a:spcAft>
              <a:buSzPts val="1200"/>
              <a:buChar char="○"/>
              <a:defRPr sz="1200"/>
            </a:lvl5pPr>
            <a:lvl6pPr indent="-304800" lvl="5" marL="2743200" algn="l">
              <a:lnSpc>
                <a:spcPct val="120000"/>
              </a:lnSpc>
              <a:spcBef>
                <a:spcPts val="0"/>
              </a:spcBef>
              <a:spcAft>
                <a:spcPts val="0"/>
              </a:spcAft>
              <a:buSzPts val="1200"/>
              <a:buChar char="■"/>
              <a:defRPr sz="1200"/>
            </a:lvl6pPr>
            <a:lvl7pPr indent="-304800" lvl="6" marL="3200400" algn="l">
              <a:lnSpc>
                <a:spcPct val="120000"/>
              </a:lnSpc>
              <a:spcBef>
                <a:spcPts val="0"/>
              </a:spcBef>
              <a:spcAft>
                <a:spcPts val="0"/>
              </a:spcAft>
              <a:buSzPts val="1200"/>
              <a:buChar char="●"/>
              <a:defRPr sz="1200"/>
            </a:lvl7pPr>
            <a:lvl8pPr indent="-304800" lvl="7" marL="3657600" algn="l">
              <a:lnSpc>
                <a:spcPct val="120000"/>
              </a:lnSpc>
              <a:spcBef>
                <a:spcPts val="0"/>
              </a:spcBef>
              <a:spcAft>
                <a:spcPts val="0"/>
              </a:spcAft>
              <a:buSzPts val="1200"/>
              <a:buChar char="○"/>
              <a:defRPr sz="1200"/>
            </a:lvl8pPr>
            <a:lvl9pPr indent="-304800" lvl="8" marL="4114800" algn="l">
              <a:lnSpc>
                <a:spcPct val="120000"/>
              </a:lnSpc>
              <a:spcBef>
                <a:spcPts val="0"/>
              </a:spcBef>
              <a:spcAft>
                <a:spcPts val="0"/>
              </a:spcAft>
              <a:buSzPts val="1200"/>
              <a:buChar char="■"/>
              <a:defRPr sz="1200"/>
            </a:lvl9pPr>
          </a:lstStyle>
          <a:p/>
        </p:txBody>
      </p:sp>
      <p:pic>
        <p:nvPicPr>
          <p:cNvPr descr="178FE82A-36FF-4BA6-BB0B-EAFF6D3A408E" id="27" name="Google Shape;27;p5"/>
          <p:cNvPicPr preferRelativeResize="0"/>
          <p:nvPr/>
        </p:nvPicPr>
        <p:blipFill rotWithShape="1">
          <a:blip r:embed="rId2">
            <a:alphaModFix/>
          </a:blip>
          <a:srcRect b="0" l="20988" r="59287" t="0"/>
          <a:stretch/>
        </p:blipFill>
        <p:spPr>
          <a:xfrm rot="5400000">
            <a:off x="4489451" y="497418"/>
            <a:ext cx="165102" cy="9144000"/>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lternate title and one column (thick bar)">
  <p:cSld name="1_Title and two columns_1">
    <p:spTree>
      <p:nvGrpSpPr>
        <p:cNvPr id="28" name="Shape 28"/>
        <p:cNvGrpSpPr/>
        <p:nvPr/>
      </p:nvGrpSpPr>
      <p:grpSpPr>
        <a:xfrm>
          <a:off x="0" y="0"/>
          <a:ext cx="0" cy="0"/>
          <a:chOff x="0" y="0"/>
          <a:chExt cx="0" cy="0"/>
        </a:xfrm>
      </p:grpSpPr>
      <p:sp>
        <p:nvSpPr>
          <p:cNvPr id="29" name="Google Shape;29;p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rtl="0" algn="l">
              <a:lnSpc>
                <a:spcPct val="100000"/>
              </a:lnSpc>
              <a:spcBef>
                <a:spcPts val="0"/>
              </a:spcBef>
              <a:spcAft>
                <a:spcPts val="0"/>
              </a:spcAft>
              <a:buSzPts val="2800"/>
              <a:buNone/>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30" name="Google Shape;30;p6"/>
          <p:cNvSpPr txBox="1"/>
          <p:nvPr>
            <p:ph idx="1" type="body"/>
          </p:nvPr>
        </p:nvSpPr>
        <p:spPr>
          <a:xfrm>
            <a:off x="311700" y="1152475"/>
            <a:ext cx="8520600" cy="3225300"/>
          </a:xfrm>
          <a:prstGeom prst="rect">
            <a:avLst/>
          </a:prstGeom>
          <a:noFill/>
          <a:ln>
            <a:noFill/>
          </a:ln>
        </p:spPr>
        <p:txBody>
          <a:bodyPr anchorCtr="0" anchor="t" bIns="91425" lIns="91425" spcFirstLastPara="1" rIns="91425" wrap="square" tIns="91425">
            <a:noAutofit/>
          </a:bodyPr>
          <a:lstStyle>
            <a:lvl1pPr indent="-317500" lvl="0" marL="457200" rtl="0" algn="l">
              <a:lnSpc>
                <a:spcPct val="120000"/>
              </a:lnSpc>
              <a:spcBef>
                <a:spcPts val="0"/>
              </a:spcBef>
              <a:spcAft>
                <a:spcPts val="0"/>
              </a:spcAft>
              <a:buSzPts val="1400"/>
              <a:buChar char="●"/>
              <a:defRPr sz="1400"/>
            </a:lvl1pPr>
            <a:lvl2pPr indent="-304800" lvl="1" marL="914400" rtl="0" algn="l">
              <a:lnSpc>
                <a:spcPct val="120000"/>
              </a:lnSpc>
              <a:spcBef>
                <a:spcPts val="0"/>
              </a:spcBef>
              <a:spcAft>
                <a:spcPts val="0"/>
              </a:spcAft>
              <a:buSzPts val="1200"/>
              <a:buChar char="○"/>
              <a:defRPr sz="1200"/>
            </a:lvl2pPr>
            <a:lvl3pPr indent="-304800" lvl="2" marL="1371600" rtl="0" algn="l">
              <a:lnSpc>
                <a:spcPct val="120000"/>
              </a:lnSpc>
              <a:spcBef>
                <a:spcPts val="0"/>
              </a:spcBef>
              <a:spcAft>
                <a:spcPts val="0"/>
              </a:spcAft>
              <a:buSzPts val="1200"/>
              <a:buChar char="■"/>
              <a:defRPr sz="1200"/>
            </a:lvl3pPr>
            <a:lvl4pPr indent="-304800" lvl="3" marL="1828800" rtl="0" algn="l">
              <a:lnSpc>
                <a:spcPct val="120000"/>
              </a:lnSpc>
              <a:spcBef>
                <a:spcPts val="0"/>
              </a:spcBef>
              <a:spcAft>
                <a:spcPts val="0"/>
              </a:spcAft>
              <a:buSzPts val="1200"/>
              <a:buChar char="●"/>
              <a:defRPr sz="1200"/>
            </a:lvl4pPr>
            <a:lvl5pPr indent="-304800" lvl="4" marL="2286000" rtl="0" algn="l">
              <a:lnSpc>
                <a:spcPct val="120000"/>
              </a:lnSpc>
              <a:spcBef>
                <a:spcPts val="0"/>
              </a:spcBef>
              <a:spcAft>
                <a:spcPts val="0"/>
              </a:spcAft>
              <a:buSzPts val="1200"/>
              <a:buChar char="○"/>
              <a:defRPr sz="1200"/>
            </a:lvl5pPr>
            <a:lvl6pPr indent="-304800" lvl="5" marL="2743200" rtl="0" algn="l">
              <a:lnSpc>
                <a:spcPct val="120000"/>
              </a:lnSpc>
              <a:spcBef>
                <a:spcPts val="0"/>
              </a:spcBef>
              <a:spcAft>
                <a:spcPts val="0"/>
              </a:spcAft>
              <a:buSzPts val="1200"/>
              <a:buChar char="■"/>
              <a:defRPr sz="1200"/>
            </a:lvl6pPr>
            <a:lvl7pPr indent="-304800" lvl="6" marL="3200400" rtl="0" algn="l">
              <a:lnSpc>
                <a:spcPct val="120000"/>
              </a:lnSpc>
              <a:spcBef>
                <a:spcPts val="0"/>
              </a:spcBef>
              <a:spcAft>
                <a:spcPts val="0"/>
              </a:spcAft>
              <a:buSzPts val="1200"/>
              <a:buChar char="●"/>
              <a:defRPr sz="1200"/>
            </a:lvl7pPr>
            <a:lvl8pPr indent="-304800" lvl="7" marL="3657600" rtl="0" algn="l">
              <a:lnSpc>
                <a:spcPct val="120000"/>
              </a:lnSpc>
              <a:spcBef>
                <a:spcPts val="0"/>
              </a:spcBef>
              <a:spcAft>
                <a:spcPts val="0"/>
              </a:spcAft>
              <a:buSzPts val="1200"/>
              <a:buChar char="○"/>
              <a:defRPr sz="1200"/>
            </a:lvl8pPr>
            <a:lvl9pPr indent="-304800" lvl="8" marL="4114800" rtl="0" algn="l">
              <a:lnSpc>
                <a:spcPct val="120000"/>
              </a:lnSpc>
              <a:spcBef>
                <a:spcPts val="0"/>
              </a:spcBef>
              <a:spcAft>
                <a:spcPts val="0"/>
              </a:spcAft>
              <a:buSzPts val="1200"/>
              <a:buChar char="■"/>
              <a:defRPr sz="1200"/>
            </a:lvl9pPr>
          </a:lstStyle>
          <a:p/>
        </p:txBody>
      </p:sp>
      <p:sp>
        <p:nvSpPr>
          <p:cNvPr id="31" name="Google Shape;31;p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pic>
        <p:nvPicPr>
          <p:cNvPr descr="178FE82A-36FF-4BA6-BB0B-EAFF6D3A408E" id="32" name="Google Shape;32;p6"/>
          <p:cNvPicPr preferRelativeResize="0"/>
          <p:nvPr/>
        </p:nvPicPr>
        <p:blipFill rotWithShape="1">
          <a:blip r:embed="rId2">
            <a:alphaModFix/>
          </a:blip>
          <a:srcRect b="0" l="20987" r="59288" t="0"/>
          <a:stretch/>
        </p:blipFill>
        <p:spPr>
          <a:xfrm rot="5400000">
            <a:off x="4256514" y="256014"/>
            <a:ext cx="630975" cy="9144000"/>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3" name="Shape 33"/>
        <p:cNvGrpSpPr/>
        <p:nvPr/>
      </p:nvGrpSpPr>
      <p:grpSpPr>
        <a:xfrm>
          <a:off x="0" y="0"/>
          <a:ext cx="0" cy="0"/>
          <a:chOff x="0" y="0"/>
          <a:chExt cx="0" cy="0"/>
        </a:xfrm>
      </p:grpSpPr>
      <p:sp>
        <p:nvSpPr>
          <p:cNvPr id="34" name="Google Shape;34;p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pic>
        <p:nvPicPr>
          <p:cNvPr descr="178FE82A-36FF-4BA6-BB0B-EAFF6D3A408E" id="35" name="Google Shape;35;p7"/>
          <p:cNvPicPr preferRelativeResize="0"/>
          <p:nvPr/>
        </p:nvPicPr>
        <p:blipFill rotWithShape="1">
          <a:blip r:embed="rId2">
            <a:alphaModFix/>
          </a:blip>
          <a:srcRect b="0" l="20988" r="59287" t="0"/>
          <a:stretch/>
        </p:blipFill>
        <p:spPr>
          <a:xfrm rot="5400000">
            <a:off x="4489451" y="497418"/>
            <a:ext cx="165102" cy="9144000"/>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lternate title and one column (side bar)">
  <p:cSld name="1_Title slide">
    <p:spTree>
      <p:nvGrpSpPr>
        <p:cNvPr id="36" name="Shape 36"/>
        <p:cNvGrpSpPr/>
        <p:nvPr/>
      </p:nvGrpSpPr>
      <p:grpSpPr>
        <a:xfrm>
          <a:off x="0" y="0"/>
          <a:ext cx="0" cy="0"/>
          <a:chOff x="0" y="0"/>
          <a:chExt cx="0" cy="0"/>
        </a:xfrm>
      </p:grpSpPr>
      <p:pic>
        <p:nvPicPr>
          <p:cNvPr descr="178FE82A-36FF-4BA6-BB0B-EAFF6D3A408E" id="37" name="Google Shape;37;p8"/>
          <p:cNvPicPr preferRelativeResize="0"/>
          <p:nvPr/>
        </p:nvPicPr>
        <p:blipFill rotWithShape="1">
          <a:blip r:embed="rId2">
            <a:alphaModFix/>
          </a:blip>
          <a:srcRect b="0" l="0" r="59287" t="0"/>
          <a:stretch/>
        </p:blipFill>
        <p:spPr>
          <a:xfrm>
            <a:off x="3174" y="4763"/>
            <a:ext cx="740241" cy="5138738"/>
          </a:xfrm>
          <a:prstGeom prst="rect">
            <a:avLst/>
          </a:prstGeom>
          <a:noFill/>
          <a:ln>
            <a:noFill/>
          </a:ln>
        </p:spPr>
      </p:pic>
      <p:sp>
        <p:nvSpPr>
          <p:cNvPr id="38" name="Google Shape;38;p8"/>
          <p:cNvSpPr txBox="1"/>
          <p:nvPr>
            <p:ph type="title"/>
          </p:nvPr>
        </p:nvSpPr>
        <p:spPr>
          <a:xfrm>
            <a:off x="995650" y="445025"/>
            <a:ext cx="7836600" cy="572700"/>
          </a:xfrm>
          <a:prstGeom prst="rect">
            <a:avLst/>
          </a:prstGeom>
          <a:noFill/>
          <a:ln>
            <a:noFill/>
          </a:ln>
        </p:spPr>
        <p:txBody>
          <a:bodyPr anchorCtr="0" anchor="t" bIns="91425" lIns="91425" spcFirstLastPara="1" rIns="91425" wrap="square" tIns="91425">
            <a:noAutofit/>
          </a:bodyPr>
          <a:lstStyle>
            <a:lvl1pPr lvl="0" rtl="0" algn="l">
              <a:lnSpc>
                <a:spcPct val="100000"/>
              </a:lnSpc>
              <a:spcBef>
                <a:spcPts val="0"/>
              </a:spcBef>
              <a:spcAft>
                <a:spcPts val="0"/>
              </a:spcAft>
              <a:buSzPts val="2800"/>
              <a:buNone/>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39" name="Google Shape;39;p8"/>
          <p:cNvSpPr txBox="1"/>
          <p:nvPr>
            <p:ph idx="1" type="body"/>
          </p:nvPr>
        </p:nvSpPr>
        <p:spPr>
          <a:xfrm>
            <a:off x="995650" y="1152475"/>
            <a:ext cx="7836600" cy="3225300"/>
          </a:xfrm>
          <a:prstGeom prst="rect">
            <a:avLst/>
          </a:prstGeom>
          <a:noFill/>
          <a:ln>
            <a:noFill/>
          </a:ln>
        </p:spPr>
        <p:txBody>
          <a:bodyPr anchorCtr="0" anchor="t" bIns="91425" lIns="91425" spcFirstLastPara="1" rIns="91425" wrap="square" tIns="91425">
            <a:noAutofit/>
          </a:bodyPr>
          <a:lstStyle>
            <a:lvl1pPr indent="-317500" lvl="0" marL="457200" rtl="0" algn="l">
              <a:lnSpc>
                <a:spcPct val="120000"/>
              </a:lnSpc>
              <a:spcBef>
                <a:spcPts val="0"/>
              </a:spcBef>
              <a:spcAft>
                <a:spcPts val="0"/>
              </a:spcAft>
              <a:buSzPts val="1400"/>
              <a:buChar char="●"/>
              <a:defRPr sz="1400"/>
            </a:lvl1pPr>
            <a:lvl2pPr indent="-304800" lvl="1" marL="914400" rtl="0" algn="l">
              <a:lnSpc>
                <a:spcPct val="120000"/>
              </a:lnSpc>
              <a:spcBef>
                <a:spcPts val="0"/>
              </a:spcBef>
              <a:spcAft>
                <a:spcPts val="0"/>
              </a:spcAft>
              <a:buSzPts val="1200"/>
              <a:buChar char="○"/>
              <a:defRPr sz="1200"/>
            </a:lvl2pPr>
            <a:lvl3pPr indent="-304800" lvl="2" marL="1371600" rtl="0" algn="l">
              <a:lnSpc>
                <a:spcPct val="120000"/>
              </a:lnSpc>
              <a:spcBef>
                <a:spcPts val="0"/>
              </a:spcBef>
              <a:spcAft>
                <a:spcPts val="0"/>
              </a:spcAft>
              <a:buSzPts val="1200"/>
              <a:buChar char="■"/>
              <a:defRPr sz="1200"/>
            </a:lvl3pPr>
            <a:lvl4pPr indent="-304800" lvl="3" marL="1828800" rtl="0" algn="l">
              <a:lnSpc>
                <a:spcPct val="120000"/>
              </a:lnSpc>
              <a:spcBef>
                <a:spcPts val="0"/>
              </a:spcBef>
              <a:spcAft>
                <a:spcPts val="0"/>
              </a:spcAft>
              <a:buSzPts val="1200"/>
              <a:buChar char="●"/>
              <a:defRPr sz="1200"/>
            </a:lvl4pPr>
            <a:lvl5pPr indent="-304800" lvl="4" marL="2286000" rtl="0" algn="l">
              <a:lnSpc>
                <a:spcPct val="120000"/>
              </a:lnSpc>
              <a:spcBef>
                <a:spcPts val="0"/>
              </a:spcBef>
              <a:spcAft>
                <a:spcPts val="0"/>
              </a:spcAft>
              <a:buSzPts val="1200"/>
              <a:buChar char="○"/>
              <a:defRPr sz="1200"/>
            </a:lvl5pPr>
            <a:lvl6pPr indent="-304800" lvl="5" marL="2743200" rtl="0" algn="l">
              <a:lnSpc>
                <a:spcPct val="120000"/>
              </a:lnSpc>
              <a:spcBef>
                <a:spcPts val="0"/>
              </a:spcBef>
              <a:spcAft>
                <a:spcPts val="0"/>
              </a:spcAft>
              <a:buSzPts val="1200"/>
              <a:buChar char="■"/>
              <a:defRPr sz="1200"/>
            </a:lvl6pPr>
            <a:lvl7pPr indent="-304800" lvl="6" marL="3200400" rtl="0" algn="l">
              <a:lnSpc>
                <a:spcPct val="120000"/>
              </a:lnSpc>
              <a:spcBef>
                <a:spcPts val="0"/>
              </a:spcBef>
              <a:spcAft>
                <a:spcPts val="0"/>
              </a:spcAft>
              <a:buSzPts val="1200"/>
              <a:buChar char="●"/>
              <a:defRPr sz="1200"/>
            </a:lvl7pPr>
            <a:lvl8pPr indent="-304800" lvl="7" marL="3657600" rtl="0" algn="l">
              <a:lnSpc>
                <a:spcPct val="120000"/>
              </a:lnSpc>
              <a:spcBef>
                <a:spcPts val="0"/>
              </a:spcBef>
              <a:spcAft>
                <a:spcPts val="0"/>
              </a:spcAft>
              <a:buSzPts val="1200"/>
              <a:buChar char="○"/>
              <a:defRPr sz="1200"/>
            </a:lvl8pPr>
            <a:lvl9pPr indent="-304800" lvl="8" marL="4114800" rtl="0" algn="l">
              <a:lnSpc>
                <a:spcPct val="120000"/>
              </a:lnSpc>
              <a:spcBef>
                <a:spcPts val="0"/>
              </a:spcBef>
              <a:spcAft>
                <a:spcPts val="0"/>
              </a:spcAft>
              <a:buSzPts val="1200"/>
              <a:buChar char="■"/>
              <a:defRPr sz="1200"/>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3">
  <p:cSld name="TITLE_ONLY_3">
    <p:spTree>
      <p:nvGrpSpPr>
        <p:cNvPr id="40" name="Shape 40"/>
        <p:cNvGrpSpPr/>
        <p:nvPr/>
      </p:nvGrpSpPr>
      <p:grpSpPr>
        <a:xfrm>
          <a:off x="0" y="0"/>
          <a:ext cx="0" cy="0"/>
          <a:chOff x="0" y="0"/>
          <a:chExt cx="0" cy="0"/>
        </a:xfrm>
      </p:grpSpPr>
      <p:sp>
        <p:nvSpPr>
          <p:cNvPr id="41" name="Google Shape;41;p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rtl="0" algn="l">
              <a:lnSpc>
                <a:spcPct val="100000"/>
              </a:lnSpc>
              <a:spcBef>
                <a:spcPts val="0"/>
              </a:spcBef>
              <a:spcAft>
                <a:spcPts val="0"/>
              </a:spcAft>
              <a:buSzPts val="2800"/>
              <a:buNone/>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pic>
        <p:nvPicPr>
          <p:cNvPr descr="178FE82A-36FF-4BA6-BB0B-EAFF6D3A408E" id="42" name="Google Shape;42;p9"/>
          <p:cNvPicPr preferRelativeResize="0"/>
          <p:nvPr/>
        </p:nvPicPr>
        <p:blipFill rotWithShape="1">
          <a:blip r:embed="rId2">
            <a:alphaModFix/>
          </a:blip>
          <a:srcRect b="0" l="20987" r="59288" t="0"/>
          <a:stretch/>
        </p:blipFill>
        <p:spPr>
          <a:xfrm rot="5400000">
            <a:off x="4489452" y="497418"/>
            <a:ext cx="165102" cy="9144000"/>
          </a:xfrm>
          <a:prstGeom prst="rect">
            <a:avLst/>
          </a:prstGeom>
          <a:noFill/>
          <a:ln>
            <a:noFill/>
          </a:ln>
        </p:spPr>
      </p:pic>
      <p:sp>
        <p:nvSpPr>
          <p:cNvPr id="43" name="Google Shape;43;p9"/>
          <p:cNvSpPr txBox="1"/>
          <p:nvPr>
            <p:ph idx="1" type="body"/>
          </p:nvPr>
        </p:nvSpPr>
        <p:spPr>
          <a:xfrm>
            <a:off x="311700" y="1152475"/>
            <a:ext cx="8520600" cy="3225300"/>
          </a:xfrm>
          <a:prstGeom prst="rect">
            <a:avLst/>
          </a:prstGeom>
          <a:noFill/>
          <a:ln>
            <a:noFill/>
          </a:ln>
        </p:spPr>
        <p:txBody>
          <a:bodyPr anchorCtr="0" anchor="t" bIns="91425" lIns="91425" spcFirstLastPara="1" rIns="91425" wrap="square" tIns="91425">
            <a:noAutofit/>
          </a:bodyPr>
          <a:lstStyle>
            <a:lvl1pPr indent="-317500" lvl="0" marL="457200" rtl="0" algn="l">
              <a:lnSpc>
                <a:spcPct val="120000"/>
              </a:lnSpc>
              <a:spcBef>
                <a:spcPts val="0"/>
              </a:spcBef>
              <a:spcAft>
                <a:spcPts val="0"/>
              </a:spcAft>
              <a:buSzPts val="1400"/>
              <a:buChar char="●"/>
              <a:defRPr sz="1400"/>
            </a:lvl1pPr>
            <a:lvl2pPr indent="-304800" lvl="1" marL="914400" rtl="0" algn="l">
              <a:lnSpc>
                <a:spcPct val="120000"/>
              </a:lnSpc>
              <a:spcBef>
                <a:spcPts val="0"/>
              </a:spcBef>
              <a:spcAft>
                <a:spcPts val="0"/>
              </a:spcAft>
              <a:buSzPts val="1200"/>
              <a:buChar char="○"/>
              <a:defRPr sz="1200"/>
            </a:lvl2pPr>
            <a:lvl3pPr indent="-304800" lvl="2" marL="1371600" rtl="0" algn="l">
              <a:lnSpc>
                <a:spcPct val="120000"/>
              </a:lnSpc>
              <a:spcBef>
                <a:spcPts val="0"/>
              </a:spcBef>
              <a:spcAft>
                <a:spcPts val="0"/>
              </a:spcAft>
              <a:buSzPts val="1200"/>
              <a:buChar char="■"/>
              <a:defRPr sz="1200"/>
            </a:lvl3pPr>
            <a:lvl4pPr indent="-304800" lvl="3" marL="1828800" rtl="0" algn="l">
              <a:lnSpc>
                <a:spcPct val="120000"/>
              </a:lnSpc>
              <a:spcBef>
                <a:spcPts val="0"/>
              </a:spcBef>
              <a:spcAft>
                <a:spcPts val="0"/>
              </a:spcAft>
              <a:buSzPts val="1200"/>
              <a:buChar char="●"/>
              <a:defRPr sz="1200"/>
            </a:lvl4pPr>
            <a:lvl5pPr indent="-304800" lvl="4" marL="2286000" rtl="0" algn="l">
              <a:lnSpc>
                <a:spcPct val="120000"/>
              </a:lnSpc>
              <a:spcBef>
                <a:spcPts val="0"/>
              </a:spcBef>
              <a:spcAft>
                <a:spcPts val="0"/>
              </a:spcAft>
              <a:buSzPts val="1200"/>
              <a:buChar char="○"/>
              <a:defRPr sz="1200"/>
            </a:lvl5pPr>
            <a:lvl6pPr indent="-304800" lvl="5" marL="2743200" rtl="0" algn="l">
              <a:lnSpc>
                <a:spcPct val="120000"/>
              </a:lnSpc>
              <a:spcBef>
                <a:spcPts val="0"/>
              </a:spcBef>
              <a:spcAft>
                <a:spcPts val="0"/>
              </a:spcAft>
              <a:buSzPts val="1200"/>
              <a:buChar char="■"/>
              <a:defRPr sz="1200"/>
            </a:lvl6pPr>
            <a:lvl7pPr indent="-304800" lvl="6" marL="3200400" rtl="0" algn="l">
              <a:lnSpc>
                <a:spcPct val="120000"/>
              </a:lnSpc>
              <a:spcBef>
                <a:spcPts val="0"/>
              </a:spcBef>
              <a:spcAft>
                <a:spcPts val="0"/>
              </a:spcAft>
              <a:buSzPts val="1200"/>
              <a:buChar char="●"/>
              <a:defRPr sz="1200"/>
            </a:lvl7pPr>
            <a:lvl8pPr indent="-304800" lvl="7" marL="3657600" rtl="0" algn="l">
              <a:lnSpc>
                <a:spcPct val="120000"/>
              </a:lnSpc>
              <a:spcBef>
                <a:spcPts val="0"/>
              </a:spcBef>
              <a:spcAft>
                <a:spcPts val="0"/>
              </a:spcAft>
              <a:buSzPts val="1200"/>
              <a:buChar char="○"/>
              <a:defRPr sz="1200"/>
            </a:lvl8pPr>
            <a:lvl9pPr indent="-304800" lvl="8" marL="4114800" rtl="0" algn="l">
              <a:lnSpc>
                <a:spcPct val="120000"/>
              </a:lnSpc>
              <a:spcBef>
                <a:spcPts val="0"/>
              </a:spcBef>
              <a:spcAft>
                <a:spcPts val="0"/>
              </a:spcAft>
              <a:buSzPts val="1200"/>
              <a:buChar char="■"/>
              <a:defRPr sz="1200"/>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10" Type="http://schemas.openxmlformats.org/officeDocument/2006/relationships/theme" Target="../theme/theme2.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53492"/>
            <a:ext cx="85206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0080D4"/>
              </a:buClr>
              <a:buSzPts val="2800"/>
              <a:buFont typeface="Rubik"/>
              <a:buNone/>
              <a:defRPr b="0" i="0" sz="2800" u="none" cap="none" strike="noStrike">
                <a:solidFill>
                  <a:srgbClr val="0080D4"/>
                </a:solidFill>
                <a:latin typeface="Rubik"/>
                <a:ea typeface="Rubik"/>
                <a:cs typeface="Rubik"/>
                <a:sym typeface="Rubik"/>
              </a:defRPr>
            </a:lvl1pPr>
            <a:lvl2pPr lvl="1" marR="0" rtl="0" algn="l">
              <a:lnSpc>
                <a:spcPct val="100000"/>
              </a:lnSpc>
              <a:spcBef>
                <a:spcPts val="0"/>
              </a:spcBef>
              <a:spcAft>
                <a:spcPts val="0"/>
              </a:spcAft>
              <a:buClr>
                <a:srgbClr val="011529"/>
              </a:buClr>
              <a:buSzPts val="2800"/>
              <a:buFont typeface="Rubik"/>
              <a:buNone/>
              <a:defRPr b="0" i="0" sz="2800" u="none" cap="none" strike="noStrike">
                <a:solidFill>
                  <a:srgbClr val="011529"/>
                </a:solidFill>
                <a:latin typeface="Rubik"/>
                <a:ea typeface="Rubik"/>
                <a:cs typeface="Rubik"/>
                <a:sym typeface="Rubik"/>
              </a:defRPr>
            </a:lvl2pPr>
            <a:lvl3pPr lvl="2" marR="0" rtl="0" algn="l">
              <a:lnSpc>
                <a:spcPct val="100000"/>
              </a:lnSpc>
              <a:spcBef>
                <a:spcPts val="0"/>
              </a:spcBef>
              <a:spcAft>
                <a:spcPts val="0"/>
              </a:spcAft>
              <a:buClr>
                <a:srgbClr val="011529"/>
              </a:buClr>
              <a:buSzPts val="2800"/>
              <a:buFont typeface="Rubik"/>
              <a:buNone/>
              <a:defRPr b="0" i="0" sz="2800" u="none" cap="none" strike="noStrike">
                <a:solidFill>
                  <a:srgbClr val="011529"/>
                </a:solidFill>
                <a:latin typeface="Rubik"/>
                <a:ea typeface="Rubik"/>
                <a:cs typeface="Rubik"/>
                <a:sym typeface="Rubik"/>
              </a:defRPr>
            </a:lvl3pPr>
            <a:lvl4pPr lvl="3" marR="0" rtl="0" algn="l">
              <a:lnSpc>
                <a:spcPct val="100000"/>
              </a:lnSpc>
              <a:spcBef>
                <a:spcPts val="0"/>
              </a:spcBef>
              <a:spcAft>
                <a:spcPts val="0"/>
              </a:spcAft>
              <a:buClr>
                <a:srgbClr val="011529"/>
              </a:buClr>
              <a:buSzPts val="2800"/>
              <a:buFont typeface="Rubik"/>
              <a:buNone/>
              <a:defRPr b="0" i="0" sz="2800" u="none" cap="none" strike="noStrike">
                <a:solidFill>
                  <a:srgbClr val="011529"/>
                </a:solidFill>
                <a:latin typeface="Rubik"/>
                <a:ea typeface="Rubik"/>
                <a:cs typeface="Rubik"/>
                <a:sym typeface="Rubik"/>
              </a:defRPr>
            </a:lvl4pPr>
            <a:lvl5pPr lvl="4" marR="0" rtl="0" algn="l">
              <a:lnSpc>
                <a:spcPct val="100000"/>
              </a:lnSpc>
              <a:spcBef>
                <a:spcPts val="0"/>
              </a:spcBef>
              <a:spcAft>
                <a:spcPts val="0"/>
              </a:spcAft>
              <a:buClr>
                <a:srgbClr val="011529"/>
              </a:buClr>
              <a:buSzPts val="2800"/>
              <a:buFont typeface="Rubik"/>
              <a:buNone/>
              <a:defRPr b="0" i="0" sz="2800" u="none" cap="none" strike="noStrike">
                <a:solidFill>
                  <a:srgbClr val="011529"/>
                </a:solidFill>
                <a:latin typeface="Rubik"/>
                <a:ea typeface="Rubik"/>
                <a:cs typeface="Rubik"/>
                <a:sym typeface="Rubik"/>
              </a:defRPr>
            </a:lvl5pPr>
            <a:lvl6pPr lvl="5" marR="0" rtl="0" algn="l">
              <a:lnSpc>
                <a:spcPct val="100000"/>
              </a:lnSpc>
              <a:spcBef>
                <a:spcPts val="0"/>
              </a:spcBef>
              <a:spcAft>
                <a:spcPts val="0"/>
              </a:spcAft>
              <a:buClr>
                <a:srgbClr val="011529"/>
              </a:buClr>
              <a:buSzPts val="2800"/>
              <a:buFont typeface="Rubik"/>
              <a:buNone/>
              <a:defRPr b="0" i="0" sz="2800" u="none" cap="none" strike="noStrike">
                <a:solidFill>
                  <a:srgbClr val="011529"/>
                </a:solidFill>
                <a:latin typeface="Rubik"/>
                <a:ea typeface="Rubik"/>
                <a:cs typeface="Rubik"/>
                <a:sym typeface="Rubik"/>
              </a:defRPr>
            </a:lvl6pPr>
            <a:lvl7pPr lvl="6" marR="0" rtl="0" algn="l">
              <a:lnSpc>
                <a:spcPct val="100000"/>
              </a:lnSpc>
              <a:spcBef>
                <a:spcPts val="0"/>
              </a:spcBef>
              <a:spcAft>
                <a:spcPts val="0"/>
              </a:spcAft>
              <a:buClr>
                <a:srgbClr val="011529"/>
              </a:buClr>
              <a:buSzPts val="2800"/>
              <a:buFont typeface="Rubik"/>
              <a:buNone/>
              <a:defRPr b="0" i="0" sz="2800" u="none" cap="none" strike="noStrike">
                <a:solidFill>
                  <a:srgbClr val="011529"/>
                </a:solidFill>
                <a:latin typeface="Rubik"/>
                <a:ea typeface="Rubik"/>
                <a:cs typeface="Rubik"/>
                <a:sym typeface="Rubik"/>
              </a:defRPr>
            </a:lvl7pPr>
            <a:lvl8pPr lvl="7" marR="0" rtl="0" algn="l">
              <a:lnSpc>
                <a:spcPct val="100000"/>
              </a:lnSpc>
              <a:spcBef>
                <a:spcPts val="0"/>
              </a:spcBef>
              <a:spcAft>
                <a:spcPts val="0"/>
              </a:spcAft>
              <a:buClr>
                <a:srgbClr val="011529"/>
              </a:buClr>
              <a:buSzPts val="2800"/>
              <a:buFont typeface="Rubik"/>
              <a:buNone/>
              <a:defRPr b="0" i="0" sz="2800" u="none" cap="none" strike="noStrike">
                <a:solidFill>
                  <a:srgbClr val="011529"/>
                </a:solidFill>
                <a:latin typeface="Rubik"/>
                <a:ea typeface="Rubik"/>
                <a:cs typeface="Rubik"/>
                <a:sym typeface="Rubik"/>
              </a:defRPr>
            </a:lvl8pPr>
            <a:lvl9pPr lvl="8" marR="0" rtl="0" algn="l">
              <a:lnSpc>
                <a:spcPct val="100000"/>
              </a:lnSpc>
              <a:spcBef>
                <a:spcPts val="0"/>
              </a:spcBef>
              <a:spcAft>
                <a:spcPts val="0"/>
              </a:spcAft>
              <a:buClr>
                <a:srgbClr val="011529"/>
              </a:buClr>
              <a:buSzPts val="2800"/>
              <a:buFont typeface="Rubik"/>
              <a:buNone/>
              <a:defRPr b="0" i="0" sz="2800" u="none" cap="none" strike="noStrike">
                <a:solidFill>
                  <a:srgbClr val="011529"/>
                </a:solidFill>
                <a:latin typeface="Rubik"/>
                <a:ea typeface="Rubik"/>
                <a:cs typeface="Rubik"/>
                <a:sym typeface="Rubik"/>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marR="0" rtl="0" algn="l">
              <a:lnSpc>
                <a:spcPct val="120000"/>
              </a:lnSpc>
              <a:spcBef>
                <a:spcPts val="0"/>
              </a:spcBef>
              <a:spcAft>
                <a:spcPts val="0"/>
              </a:spcAft>
              <a:buClr>
                <a:srgbClr val="011529"/>
              </a:buClr>
              <a:buSzPts val="1800"/>
              <a:buFont typeface="Rubik"/>
              <a:buChar char="●"/>
              <a:defRPr b="0" i="0" sz="1800" u="none" cap="none" strike="noStrike">
                <a:solidFill>
                  <a:srgbClr val="011529"/>
                </a:solidFill>
                <a:latin typeface="Rubik"/>
                <a:ea typeface="Rubik"/>
                <a:cs typeface="Rubik"/>
                <a:sym typeface="Rubik"/>
              </a:defRPr>
            </a:lvl1pPr>
            <a:lvl2pPr indent="-317500" lvl="1" marL="914400" marR="0" rtl="0" algn="l">
              <a:lnSpc>
                <a:spcPct val="120000"/>
              </a:lnSpc>
              <a:spcBef>
                <a:spcPts val="0"/>
              </a:spcBef>
              <a:spcAft>
                <a:spcPts val="0"/>
              </a:spcAft>
              <a:buClr>
                <a:srgbClr val="011529"/>
              </a:buClr>
              <a:buSzPts val="1400"/>
              <a:buFont typeface="Rubik"/>
              <a:buChar char="○"/>
              <a:defRPr b="0" i="0" sz="1400" u="none" cap="none" strike="noStrike">
                <a:solidFill>
                  <a:srgbClr val="011529"/>
                </a:solidFill>
                <a:latin typeface="Rubik"/>
                <a:ea typeface="Rubik"/>
                <a:cs typeface="Rubik"/>
                <a:sym typeface="Rubik"/>
              </a:defRPr>
            </a:lvl2pPr>
            <a:lvl3pPr indent="-317500" lvl="2" marL="1371600" marR="0" rtl="0" algn="l">
              <a:lnSpc>
                <a:spcPct val="120000"/>
              </a:lnSpc>
              <a:spcBef>
                <a:spcPts val="0"/>
              </a:spcBef>
              <a:spcAft>
                <a:spcPts val="0"/>
              </a:spcAft>
              <a:buClr>
                <a:srgbClr val="011529"/>
              </a:buClr>
              <a:buSzPts val="1400"/>
              <a:buFont typeface="Rubik"/>
              <a:buChar char="■"/>
              <a:defRPr b="0" i="0" sz="1400" u="none" cap="none" strike="noStrike">
                <a:solidFill>
                  <a:srgbClr val="011529"/>
                </a:solidFill>
                <a:latin typeface="Rubik"/>
                <a:ea typeface="Rubik"/>
                <a:cs typeface="Rubik"/>
                <a:sym typeface="Rubik"/>
              </a:defRPr>
            </a:lvl3pPr>
            <a:lvl4pPr indent="-317500" lvl="3" marL="1828800" marR="0" rtl="0" algn="l">
              <a:lnSpc>
                <a:spcPct val="120000"/>
              </a:lnSpc>
              <a:spcBef>
                <a:spcPts val="0"/>
              </a:spcBef>
              <a:spcAft>
                <a:spcPts val="0"/>
              </a:spcAft>
              <a:buClr>
                <a:srgbClr val="011529"/>
              </a:buClr>
              <a:buSzPts val="1400"/>
              <a:buFont typeface="Rubik"/>
              <a:buChar char="●"/>
              <a:defRPr b="0" i="0" sz="1400" u="none" cap="none" strike="noStrike">
                <a:solidFill>
                  <a:srgbClr val="011529"/>
                </a:solidFill>
                <a:latin typeface="Rubik"/>
                <a:ea typeface="Rubik"/>
                <a:cs typeface="Rubik"/>
                <a:sym typeface="Rubik"/>
              </a:defRPr>
            </a:lvl4pPr>
            <a:lvl5pPr indent="-317500" lvl="4" marL="2286000" marR="0" rtl="0" algn="l">
              <a:lnSpc>
                <a:spcPct val="120000"/>
              </a:lnSpc>
              <a:spcBef>
                <a:spcPts val="0"/>
              </a:spcBef>
              <a:spcAft>
                <a:spcPts val="0"/>
              </a:spcAft>
              <a:buClr>
                <a:srgbClr val="011529"/>
              </a:buClr>
              <a:buSzPts val="1400"/>
              <a:buFont typeface="Rubik"/>
              <a:buChar char="○"/>
              <a:defRPr b="0" i="0" sz="1400" u="none" cap="none" strike="noStrike">
                <a:solidFill>
                  <a:srgbClr val="011529"/>
                </a:solidFill>
                <a:latin typeface="Rubik"/>
                <a:ea typeface="Rubik"/>
                <a:cs typeface="Rubik"/>
                <a:sym typeface="Rubik"/>
              </a:defRPr>
            </a:lvl5pPr>
            <a:lvl6pPr indent="-317500" lvl="5" marL="2743200" marR="0" rtl="0" algn="l">
              <a:lnSpc>
                <a:spcPct val="120000"/>
              </a:lnSpc>
              <a:spcBef>
                <a:spcPts val="0"/>
              </a:spcBef>
              <a:spcAft>
                <a:spcPts val="0"/>
              </a:spcAft>
              <a:buClr>
                <a:srgbClr val="011529"/>
              </a:buClr>
              <a:buSzPts val="1400"/>
              <a:buFont typeface="Rubik"/>
              <a:buChar char="■"/>
              <a:defRPr b="0" i="0" sz="1400" u="none" cap="none" strike="noStrike">
                <a:solidFill>
                  <a:srgbClr val="011529"/>
                </a:solidFill>
                <a:latin typeface="Rubik"/>
                <a:ea typeface="Rubik"/>
                <a:cs typeface="Rubik"/>
                <a:sym typeface="Rubik"/>
              </a:defRPr>
            </a:lvl6pPr>
            <a:lvl7pPr indent="-317500" lvl="6" marL="3200400" marR="0" rtl="0" algn="l">
              <a:lnSpc>
                <a:spcPct val="120000"/>
              </a:lnSpc>
              <a:spcBef>
                <a:spcPts val="0"/>
              </a:spcBef>
              <a:spcAft>
                <a:spcPts val="0"/>
              </a:spcAft>
              <a:buClr>
                <a:srgbClr val="011529"/>
              </a:buClr>
              <a:buSzPts val="1400"/>
              <a:buFont typeface="Rubik"/>
              <a:buChar char="●"/>
              <a:defRPr b="0" i="0" sz="1400" u="none" cap="none" strike="noStrike">
                <a:solidFill>
                  <a:srgbClr val="011529"/>
                </a:solidFill>
                <a:latin typeface="Rubik"/>
                <a:ea typeface="Rubik"/>
                <a:cs typeface="Rubik"/>
                <a:sym typeface="Rubik"/>
              </a:defRPr>
            </a:lvl7pPr>
            <a:lvl8pPr indent="-317500" lvl="7" marL="3657600" marR="0" rtl="0" algn="l">
              <a:lnSpc>
                <a:spcPct val="120000"/>
              </a:lnSpc>
              <a:spcBef>
                <a:spcPts val="0"/>
              </a:spcBef>
              <a:spcAft>
                <a:spcPts val="0"/>
              </a:spcAft>
              <a:buClr>
                <a:srgbClr val="011529"/>
              </a:buClr>
              <a:buSzPts val="1400"/>
              <a:buFont typeface="Rubik"/>
              <a:buChar char="○"/>
              <a:defRPr b="0" i="0" sz="1400" u="none" cap="none" strike="noStrike">
                <a:solidFill>
                  <a:srgbClr val="011529"/>
                </a:solidFill>
                <a:latin typeface="Rubik"/>
                <a:ea typeface="Rubik"/>
                <a:cs typeface="Rubik"/>
                <a:sym typeface="Rubik"/>
              </a:defRPr>
            </a:lvl8pPr>
            <a:lvl9pPr indent="-317500" lvl="8" marL="4114800" marR="0" rtl="0" algn="l">
              <a:lnSpc>
                <a:spcPct val="120000"/>
              </a:lnSpc>
              <a:spcBef>
                <a:spcPts val="0"/>
              </a:spcBef>
              <a:spcAft>
                <a:spcPts val="0"/>
              </a:spcAft>
              <a:buClr>
                <a:srgbClr val="011529"/>
              </a:buClr>
              <a:buSzPts val="1400"/>
              <a:buFont typeface="Rubik"/>
              <a:buChar char="■"/>
              <a:defRPr b="0" i="0" sz="1400" u="none" cap="none" strike="noStrike">
                <a:solidFill>
                  <a:srgbClr val="011529"/>
                </a:solidFill>
                <a:latin typeface="Rubik"/>
                <a:ea typeface="Rubik"/>
                <a:cs typeface="Rubik"/>
                <a:sym typeface="Rubik"/>
              </a:defRPr>
            </a:lvl9pPr>
          </a:lstStyle>
          <a:p/>
        </p:txBody>
      </p:sp>
      <p:pic>
        <p:nvPicPr>
          <p:cNvPr id="8" name="Google Shape;8;p1"/>
          <p:cNvPicPr preferRelativeResize="0"/>
          <p:nvPr/>
        </p:nvPicPr>
        <p:blipFill rotWithShape="1">
          <a:blip r:embed="rId1">
            <a:alphaModFix/>
          </a:blip>
          <a:srcRect b="0" l="0" r="0" t="0"/>
          <a:stretch/>
        </p:blipFill>
        <p:spPr>
          <a:xfrm>
            <a:off x="7880875" y="107500"/>
            <a:ext cx="1065550" cy="324450"/>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256">
          <p15:clr>
            <a:srgbClr val="F06B4A"/>
          </p15:clr>
        </p15:guide>
        <p15:guide id="2" pos="5510">
          <p15:clr>
            <a:srgbClr val="F06B4A"/>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8.jpg"/><Relationship Id="rId4" Type="http://schemas.openxmlformats.org/officeDocument/2006/relationships/image" Target="../media/image9.png"/><Relationship Id="rId5"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7.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2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2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0.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7.png"/><Relationship Id="rId4" Type="http://schemas.openxmlformats.org/officeDocument/2006/relationships/image" Target="../media/image12.png"/><Relationship Id="rId5" Type="http://schemas.openxmlformats.org/officeDocument/2006/relationships/image" Target="../media/image15.png"/><Relationship Id="rId6"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7.png"/><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2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2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27.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8.png"/><Relationship Id="rId4" Type="http://schemas.openxmlformats.org/officeDocument/2006/relationships/image" Target="../media/image22.png"/><Relationship Id="rId5" Type="http://schemas.openxmlformats.org/officeDocument/2006/relationships/image" Target="../media/image16.png"/><Relationship Id="rId6" Type="http://schemas.openxmlformats.org/officeDocument/2006/relationships/image" Target="../media/image1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2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hyperlink" Target="https://dhis2.atlassian.net/issues/DHIS2-16705" TargetMode="External"/><Relationship Id="rId4" Type="http://schemas.openxmlformats.org/officeDocument/2006/relationships/hyperlink" Target="https://dhis2.atlassian.net/issues/DHIS2-18417"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21.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 name="Shape 47"/>
        <p:cNvGrpSpPr/>
        <p:nvPr/>
      </p:nvGrpSpPr>
      <p:grpSpPr>
        <a:xfrm>
          <a:off x="0" y="0"/>
          <a:ext cx="0" cy="0"/>
          <a:chOff x="0" y="0"/>
          <a:chExt cx="0" cy="0"/>
        </a:xfrm>
      </p:grpSpPr>
      <p:sp>
        <p:nvSpPr>
          <p:cNvPr id="48" name="Google Shape;48;p10"/>
          <p:cNvSpPr txBox="1"/>
          <p:nvPr>
            <p:ph type="title"/>
          </p:nvPr>
        </p:nvSpPr>
        <p:spPr>
          <a:xfrm>
            <a:off x="311700" y="2158764"/>
            <a:ext cx="8520600" cy="8613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2600"/>
              <a:t>DHIS2 </a:t>
            </a:r>
            <a:r>
              <a:rPr lang="en" sz="2600"/>
              <a:t>Analytics Database</a:t>
            </a:r>
            <a:endParaRPr sz="2600"/>
          </a:p>
        </p:txBody>
      </p:sp>
      <p:sp>
        <p:nvSpPr>
          <p:cNvPr id="49" name="Google Shape;49;p10"/>
          <p:cNvSpPr txBox="1"/>
          <p:nvPr/>
        </p:nvSpPr>
        <p:spPr>
          <a:xfrm>
            <a:off x="5217925" y="4566475"/>
            <a:ext cx="3444000" cy="370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000">
                <a:solidFill>
                  <a:srgbClr val="011529"/>
                </a:solidFill>
                <a:latin typeface="Rubik"/>
                <a:ea typeface="Rubik"/>
                <a:cs typeface="Rubik"/>
                <a:sym typeface="Rubik"/>
              </a:rPr>
              <a:t>Lars Øverland | Bob Jolliffe</a:t>
            </a:r>
            <a:endParaRPr sz="1000">
              <a:solidFill>
                <a:srgbClr val="011529"/>
              </a:solidFill>
              <a:latin typeface="Rubik"/>
              <a:ea typeface="Rubik"/>
              <a:cs typeface="Rubik"/>
              <a:sym typeface="Rubik"/>
            </a:endParaRPr>
          </a:p>
        </p:txBody>
      </p:sp>
      <p:sp>
        <p:nvSpPr>
          <p:cNvPr id="50" name="Google Shape;50;p10"/>
          <p:cNvSpPr txBox="1"/>
          <p:nvPr/>
        </p:nvSpPr>
        <p:spPr>
          <a:xfrm>
            <a:off x="2248050" y="3035220"/>
            <a:ext cx="4647900" cy="48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011529"/>
                </a:solidFill>
                <a:latin typeface="Rubik"/>
                <a:ea typeface="Rubik"/>
                <a:cs typeface="Rubik"/>
                <a:sym typeface="Rubik"/>
              </a:rPr>
              <a:t>With Apache Doris and ClickHouse</a:t>
            </a:r>
            <a:endParaRPr>
              <a:solidFill>
                <a:srgbClr val="011529"/>
              </a:solidFill>
              <a:latin typeface="Rubik"/>
              <a:ea typeface="Rubik"/>
              <a:cs typeface="Rubik"/>
              <a:sym typeface="Rubik"/>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 name="Shape 54"/>
        <p:cNvGrpSpPr/>
        <p:nvPr/>
      </p:nvGrpSpPr>
      <p:grpSpPr>
        <a:xfrm>
          <a:off x="0" y="0"/>
          <a:ext cx="0" cy="0"/>
          <a:chOff x="0" y="0"/>
          <a:chExt cx="0" cy="0"/>
        </a:xfrm>
      </p:grpSpPr>
      <p:sp>
        <p:nvSpPr>
          <p:cNvPr id="55" name="Google Shape;55;p1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Problem</a:t>
            </a:r>
            <a:endParaRPr/>
          </a:p>
        </p:txBody>
      </p:sp>
      <p:sp>
        <p:nvSpPr>
          <p:cNvPr id="56" name="Google Shape;56;p11"/>
          <p:cNvSpPr txBox="1"/>
          <p:nvPr>
            <p:ph idx="1" type="body"/>
          </p:nvPr>
        </p:nvSpPr>
        <p:spPr>
          <a:xfrm>
            <a:off x="3769140" y="1398225"/>
            <a:ext cx="4789200" cy="2771400"/>
          </a:xfrm>
          <a:prstGeom prst="rect">
            <a:avLst/>
          </a:prstGeom>
        </p:spPr>
        <p:txBody>
          <a:bodyPr anchorCtr="0" anchor="t" bIns="91425" lIns="91425" spcFirstLastPara="1" rIns="91425" wrap="square" tIns="91425">
            <a:noAutofit/>
          </a:bodyPr>
          <a:lstStyle/>
          <a:p>
            <a:pPr indent="0" lvl="0" marL="0" rtl="0" algn="l">
              <a:lnSpc>
                <a:spcPct val="120000"/>
              </a:lnSpc>
              <a:spcBef>
                <a:spcPts val="0"/>
              </a:spcBef>
              <a:spcAft>
                <a:spcPts val="0"/>
              </a:spcAft>
              <a:buClr>
                <a:schemeClr val="dk1"/>
              </a:buClr>
              <a:buSzPts val="1100"/>
              <a:buFont typeface="Arial"/>
              <a:buNone/>
            </a:pPr>
            <a:r>
              <a:rPr lang="en" sz="1200"/>
              <a:t>Countries have </a:t>
            </a:r>
            <a:r>
              <a:rPr i="1" lang="en" sz="1200"/>
              <a:t>a lot</a:t>
            </a:r>
            <a:r>
              <a:rPr lang="en" sz="1200"/>
              <a:t> of data</a:t>
            </a:r>
            <a:endParaRPr sz="1200"/>
          </a:p>
          <a:p>
            <a:pPr indent="0" lvl="0" marL="0" rtl="0" algn="l">
              <a:lnSpc>
                <a:spcPct val="120000"/>
              </a:lnSpc>
              <a:spcBef>
                <a:spcPts val="0"/>
              </a:spcBef>
              <a:spcAft>
                <a:spcPts val="0"/>
              </a:spcAft>
              <a:buClr>
                <a:schemeClr val="dk1"/>
              </a:buClr>
              <a:buSzPts val="1100"/>
              <a:buFont typeface="Arial"/>
              <a:buNone/>
            </a:pPr>
            <a:r>
              <a:t/>
            </a:r>
            <a:endParaRPr sz="1200"/>
          </a:p>
          <a:p>
            <a:pPr indent="0" lvl="0" marL="0" rtl="0" algn="l">
              <a:lnSpc>
                <a:spcPct val="120000"/>
              </a:lnSpc>
              <a:spcBef>
                <a:spcPts val="0"/>
              </a:spcBef>
              <a:spcAft>
                <a:spcPts val="0"/>
              </a:spcAft>
              <a:buClr>
                <a:schemeClr val="dk1"/>
              </a:buClr>
              <a:buSzPts val="1100"/>
              <a:buFont typeface="Arial"/>
              <a:buNone/>
            </a:pPr>
            <a:r>
              <a:rPr lang="en" sz="1200"/>
              <a:t>Dashboards are </a:t>
            </a:r>
            <a:r>
              <a:rPr b="1" lang="en" sz="1200"/>
              <a:t>too slow</a:t>
            </a:r>
            <a:r>
              <a:rPr lang="en" sz="1200"/>
              <a:t> and take &gt; 1 min to load</a:t>
            </a:r>
            <a:endParaRPr sz="1200"/>
          </a:p>
          <a:p>
            <a:pPr indent="0" lvl="0" marL="0" rtl="0" algn="l">
              <a:lnSpc>
                <a:spcPct val="120000"/>
              </a:lnSpc>
              <a:spcBef>
                <a:spcPts val="0"/>
              </a:spcBef>
              <a:spcAft>
                <a:spcPts val="0"/>
              </a:spcAft>
              <a:buClr>
                <a:schemeClr val="dk1"/>
              </a:buClr>
              <a:buSzPts val="1100"/>
              <a:buFont typeface="Arial"/>
              <a:buNone/>
            </a:pPr>
            <a:r>
              <a:t/>
            </a:r>
            <a:endParaRPr sz="1200"/>
          </a:p>
          <a:p>
            <a:pPr indent="0" lvl="0" marL="0" rtl="0" algn="l">
              <a:lnSpc>
                <a:spcPct val="120000"/>
              </a:lnSpc>
              <a:spcBef>
                <a:spcPts val="0"/>
              </a:spcBef>
              <a:spcAft>
                <a:spcPts val="0"/>
              </a:spcAft>
              <a:buClr>
                <a:schemeClr val="dk1"/>
              </a:buClr>
              <a:buSzPts val="1100"/>
              <a:buFont typeface="Arial"/>
              <a:buNone/>
            </a:pPr>
            <a:r>
              <a:rPr lang="en" sz="1200"/>
              <a:t>Analytics table update takes </a:t>
            </a:r>
            <a:r>
              <a:rPr b="1" lang="en" sz="1200"/>
              <a:t>too long</a:t>
            </a:r>
            <a:r>
              <a:rPr lang="en" sz="1200"/>
              <a:t> at 12+ hours</a:t>
            </a:r>
            <a:endParaRPr sz="1200"/>
          </a:p>
          <a:p>
            <a:pPr indent="0" lvl="0" marL="0" rtl="0" algn="l">
              <a:lnSpc>
                <a:spcPct val="120000"/>
              </a:lnSpc>
              <a:spcBef>
                <a:spcPts val="0"/>
              </a:spcBef>
              <a:spcAft>
                <a:spcPts val="0"/>
              </a:spcAft>
              <a:buClr>
                <a:schemeClr val="dk1"/>
              </a:buClr>
              <a:buSzPts val="1100"/>
              <a:buFont typeface="Arial"/>
              <a:buNone/>
            </a:pPr>
            <a:r>
              <a:t/>
            </a:r>
            <a:endParaRPr sz="1200"/>
          </a:p>
          <a:p>
            <a:pPr indent="0" lvl="0" marL="0" rtl="0" algn="l">
              <a:lnSpc>
                <a:spcPct val="120000"/>
              </a:lnSpc>
              <a:spcBef>
                <a:spcPts val="0"/>
              </a:spcBef>
              <a:spcAft>
                <a:spcPts val="0"/>
              </a:spcAft>
              <a:buClr>
                <a:schemeClr val="dk1"/>
              </a:buClr>
              <a:buSzPts val="1100"/>
              <a:buFont typeface="Arial"/>
              <a:buNone/>
            </a:pPr>
            <a:r>
              <a:rPr lang="en" sz="1200"/>
              <a:t>Slow analytics queries impact entire application</a:t>
            </a:r>
            <a:endParaRPr sz="1200"/>
          </a:p>
          <a:p>
            <a:pPr indent="0" lvl="0" marL="0" rtl="0" algn="l">
              <a:lnSpc>
                <a:spcPct val="120000"/>
              </a:lnSpc>
              <a:spcBef>
                <a:spcPts val="0"/>
              </a:spcBef>
              <a:spcAft>
                <a:spcPts val="0"/>
              </a:spcAft>
              <a:buClr>
                <a:schemeClr val="dk1"/>
              </a:buClr>
              <a:buSzPts val="1100"/>
              <a:buFont typeface="Arial"/>
              <a:buNone/>
            </a:pPr>
            <a:r>
              <a:t/>
            </a:r>
            <a:endParaRPr i="1" sz="1200"/>
          </a:p>
          <a:p>
            <a:pPr indent="0" lvl="0" marL="0" rtl="0" algn="l">
              <a:lnSpc>
                <a:spcPct val="120000"/>
              </a:lnSpc>
              <a:spcBef>
                <a:spcPts val="0"/>
              </a:spcBef>
              <a:spcAft>
                <a:spcPts val="0"/>
              </a:spcAft>
              <a:buClr>
                <a:schemeClr val="dk1"/>
              </a:buClr>
              <a:buSzPts val="1100"/>
              <a:buFont typeface="Arial"/>
              <a:buNone/>
            </a:pPr>
            <a:r>
              <a:rPr i="1" lang="en" sz="1200"/>
              <a:t>Arguably the most significant challenge for DHIS2</a:t>
            </a:r>
            <a:endParaRPr sz="1200"/>
          </a:p>
          <a:p>
            <a:pPr indent="0" lvl="0" marL="0" rtl="0" algn="l">
              <a:lnSpc>
                <a:spcPct val="120000"/>
              </a:lnSpc>
              <a:spcBef>
                <a:spcPts val="0"/>
              </a:spcBef>
              <a:spcAft>
                <a:spcPts val="0"/>
              </a:spcAft>
              <a:buNone/>
            </a:pPr>
            <a:r>
              <a:t/>
            </a:r>
            <a:endParaRPr b="1" sz="1200"/>
          </a:p>
        </p:txBody>
      </p:sp>
      <p:pic>
        <p:nvPicPr>
          <p:cNvPr descr="Man waiting forever in front of a computer for something to happen and is frustrated. Funny cartoon style. Completely white background." id="57" name="Google Shape;57;p11"/>
          <p:cNvPicPr preferRelativeResize="0"/>
          <p:nvPr/>
        </p:nvPicPr>
        <p:blipFill>
          <a:blip r:embed="rId3">
            <a:alphaModFix/>
          </a:blip>
          <a:stretch>
            <a:fillRect/>
          </a:stretch>
        </p:blipFill>
        <p:spPr>
          <a:xfrm>
            <a:off x="514650" y="1241064"/>
            <a:ext cx="2656200" cy="2582150"/>
          </a:xfrm>
          <a:prstGeom prst="rect">
            <a:avLst/>
          </a:prstGeom>
          <a:noFill/>
          <a:ln>
            <a:noFill/>
          </a:ln>
        </p:spPr>
      </p:pic>
      <p:pic>
        <p:nvPicPr>
          <p:cNvPr id="58" name="Google Shape;58;p11"/>
          <p:cNvPicPr preferRelativeResize="0"/>
          <p:nvPr/>
        </p:nvPicPr>
        <p:blipFill>
          <a:blip r:embed="rId4">
            <a:alphaModFix/>
          </a:blip>
          <a:stretch>
            <a:fillRect/>
          </a:stretch>
        </p:blipFill>
        <p:spPr>
          <a:xfrm>
            <a:off x="2530437" y="3548491"/>
            <a:ext cx="338550" cy="331900"/>
          </a:xfrm>
          <a:prstGeom prst="rect">
            <a:avLst/>
          </a:prstGeom>
          <a:noFill/>
          <a:ln>
            <a:noFill/>
          </a:ln>
        </p:spPr>
      </p:pic>
      <p:pic>
        <p:nvPicPr>
          <p:cNvPr id="59" name="Google Shape;59;p11"/>
          <p:cNvPicPr preferRelativeResize="0"/>
          <p:nvPr/>
        </p:nvPicPr>
        <p:blipFill>
          <a:blip r:embed="rId5">
            <a:alphaModFix/>
          </a:blip>
          <a:stretch>
            <a:fillRect/>
          </a:stretch>
        </p:blipFill>
        <p:spPr>
          <a:xfrm>
            <a:off x="2204787" y="1201114"/>
            <a:ext cx="325638" cy="331900"/>
          </a:xfrm>
          <a:prstGeom prst="rect">
            <a:avLst/>
          </a:prstGeom>
          <a:noFill/>
          <a:ln>
            <a:noFill/>
          </a:ln>
        </p:spPr>
      </p:pic>
      <p:pic>
        <p:nvPicPr>
          <p:cNvPr id="60" name="Google Shape;60;p11"/>
          <p:cNvPicPr preferRelativeResize="0"/>
          <p:nvPr/>
        </p:nvPicPr>
        <p:blipFill>
          <a:blip r:embed="rId5">
            <a:alphaModFix/>
          </a:blip>
          <a:stretch>
            <a:fillRect/>
          </a:stretch>
        </p:blipFill>
        <p:spPr>
          <a:xfrm>
            <a:off x="2901783" y="2041001"/>
            <a:ext cx="325638" cy="331900"/>
          </a:xfrm>
          <a:prstGeom prst="rect">
            <a:avLst/>
          </a:prstGeom>
          <a:noFill/>
          <a:ln>
            <a:noFill/>
          </a:ln>
        </p:spPr>
      </p:pic>
      <p:pic>
        <p:nvPicPr>
          <p:cNvPr id="61" name="Google Shape;61;p11"/>
          <p:cNvPicPr preferRelativeResize="0"/>
          <p:nvPr/>
        </p:nvPicPr>
        <p:blipFill>
          <a:blip r:embed="rId4">
            <a:alphaModFix/>
          </a:blip>
          <a:stretch>
            <a:fillRect/>
          </a:stretch>
        </p:blipFill>
        <p:spPr>
          <a:xfrm>
            <a:off x="696737" y="1431539"/>
            <a:ext cx="338550" cy="331900"/>
          </a:xfrm>
          <a:prstGeom prst="rect">
            <a:avLst/>
          </a:prstGeom>
          <a:noFill/>
          <a:ln>
            <a:noFill/>
          </a:ln>
        </p:spPr>
      </p:pic>
      <p:pic>
        <p:nvPicPr>
          <p:cNvPr id="62" name="Google Shape;62;p11"/>
          <p:cNvPicPr preferRelativeResize="0"/>
          <p:nvPr/>
        </p:nvPicPr>
        <p:blipFill>
          <a:blip r:embed="rId4">
            <a:alphaModFix/>
          </a:blip>
          <a:stretch>
            <a:fillRect/>
          </a:stretch>
        </p:blipFill>
        <p:spPr>
          <a:xfrm>
            <a:off x="456362" y="2575064"/>
            <a:ext cx="338550" cy="331900"/>
          </a:xfrm>
          <a:prstGeom prst="rect">
            <a:avLst/>
          </a:prstGeom>
          <a:noFill/>
          <a:ln>
            <a:noFill/>
          </a:ln>
        </p:spPr>
      </p:pic>
      <p:pic>
        <p:nvPicPr>
          <p:cNvPr id="63" name="Google Shape;63;p11"/>
          <p:cNvPicPr preferRelativeResize="0"/>
          <p:nvPr/>
        </p:nvPicPr>
        <p:blipFill>
          <a:blip r:embed="rId5">
            <a:alphaModFix/>
          </a:blip>
          <a:stretch>
            <a:fillRect/>
          </a:stretch>
        </p:blipFill>
        <p:spPr>
          <a:xfrm>
            <a:off x="1249674" y="3740376"/>
            <a:ext cx="325638" cy="3319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Goals</a:t>
            </a:r>
            <a:endParaRPr/>
          </a:p>
        </p:txBody>
      </p:sp>
      <p:sp>
        <p:nvSpPr>
          <p:cNvPr id="69" name="Google Shape;69;p12"/>
          <p:cNvSpPr txBox="1"/>
          <p:nvPr>
            <p:ph idx="1" type="body"/>
          </p:nvPr>
        </p:nvSpPr>
        <p:spPr>
          <a:xfrm>
            <a:off x="3601175" y="1289425"/>
            <a:ext cx="5267400" cy="3304800"/>
          </a:xfrm>
          <a:prstGeom prst="rect">
            <a:avLst/>
          </a:prstGeom>
        </p:spPr>
        <p:txBody>
          <a:bodyPr anchorCtr="0" anchor="t" bIns="91425" lIns="91425" spcFirstLastPara="1" rIns="91425" wrap="square" tIns="91425">
            <a:noAutofit/>
          </a:bodyPr>
          <a:lstStyle/>
          <a:p>
            <a:pPr indent="0" lvl="0" marL="0" rtl="0" algn="l">
              <a:lnSpc>
                <a:spcPct val="120000"/>
              </a:lnSpc>
              <a:spcBef>
                <a:spcPts val="0"/>
              </a:spcBef>
              <a:spcAft>
                <a:spcPts val="0"/>
              </a:spcAft>
              <a:buClr>
                <a:schemeClr val="dk1"/>
              </a:buClr>
              <a:buSzPts val="1100"/>
              <a:buFont typeface="Arial"/>
              <a:buNone/>
            </a:pPr>
            <a:r>
              <a:rPr b="1" lang="en" sz="1200"/>
              <a:t>Radical</a:t>
            </a:r>
            <a:r>
              <a:rPr lang="en" sz="1200"/>
              <a:t> </a:t>
            </a:r>
            <a:r>
              <a:rPr b="1" lang="en" sz="1200"/>
              <a:t>improvement</a:t>
            </a:r>
            <a:r>
              <a:rPr lang="en" sz="1200"/>
              <a:t> to:</a:t>
            </a:r>
            <a:endParaRPr sz="1200"/>
          </a:p>
          <a:p>
            <a:pPr indent="0" lvl="0" marL="0" rtl="0" algn="l">
              <a:lnSpc>
                <a:spcPct val="120000"/>
              </a:lnSpc>
              <a:spcBef>
                <a:spcPts val="0"/>
              </a:spcBef>
              <a:spcAft>
                <a:spcPts val="0"/>
              </a:spcAft>
              <a:buClr>
                <a:schemeClr val="dk1"/>
              </a:buClr>
              <a:buSzPts val="1100"/>
              <a:buFont typeface="Arial"/>
              <a:buNone/>
            </a:pPr>
            <a:r>
              <a:t/>
            </a:r>
            <a:endParaRPr sz="1200"/>
          </a:p>
          <a:p>
            <a:pPr indent="457200" lvl="0" marL="0" rtl="0" algn="l">
              <a:lnSpc>
                <a:spcPct val="120000"/>
              </a:lnSpc>
              <a:spcBef>
                <a:spcPts val="0"/>
              </a:spcBef>
              <a:spcAft>
                <a:spcPts val="0"/>
              </a:spcAft>
              <a:buClr>
                <a:schemeClr val="dk1"/>
              </a:buClr>
              <a:buSzPts val="1100"/>
              <a:buFont typeface="Arial"/>
              <a:buNone/>
            </a:pPr>
            <a:r>
              <a:rPr lang="en" sz="1200"/>
              <a:t>Analytics query performance (10x or more)</a:t>
            </a:r>
            <a:endParaRPr sz="1200"/>
          </a:p>
          <a:p>
            <a:pPr indent="457200" lvl="0" marL="0" rtl="0" algn="l">
              <a:lnSpc>
                <a:spcPct val="120000"/>
              </a:lnSpc>
              <a:spcBef>
                <a:spcPts val="0"/>
              </a:spcBef>
              <a:spcAft>
                <a:spcPts val="0"/>
              </a:spcAft>
              <a:buClr>
                <a:schemeClr val="dk1"/>
              </a:buClr>
              <a:buSzPts val="1100"/>
              <a:buFont typeface="Arial"/>
              <a:buNone/>
            </a:pPr>
            <a:r>
              <a:t/>
            </a:r>
            <a:endParaRPr sz="1200"/>
          </a:p>
          <a:p>
            <a:pPr indent="457200" lvl="0" marL="0" rtl="0" algn="l">
              <a:lnSpc>
                <a:spcPct val="120000"/>
              </a:lnSpc>
              <a:spcBef>
                <a:spcPts val="0"/>
              </a:spcBef>
              <a:spcAft>
                <a:spcPts val="0"/>
              </a:spcAft>
              <a:buClr>
                <a:schemeClr val="dk1"/>
              </a:buClr>
              <a:buSzPts val="1100"/>
              <a:buFont typeface="Arial"/>
              <a:buNone/>
            </a:pPr>
            <a:r>
              <a:rPr lang="en" sz="1200"/>
              <a:t>Analytics table update time (3x or more)</a:t>
            </a:r>
            <a:br>
              <a:rPr lang="en" sz="1200"/>
            </a:br>
            <a:endParaRPr sz="1200"/>
          </a:p>
          <a:p>
            <a:pPr indent="0" lvl="0" marL="0" rtl="0" algn="l">
              <a:lnSpc>
                <a:spcPct val="120000"/>
              </a:lnSpc>
              <a:spcBef>
                <a:spcPts val="0"/>
              </a:spcBef>
              <a:spcAft>
                <a:spcPts val="0"/>
              </a:spcAft>
              <a:buClr>
                <a:schemeClr val="dk1"/>
              </a:buClr>
              <a:buSzPts val="1100"/>
              <a:buFont typeface="Arial"/>
              <a:buNone/>
            </a:pPr>
            <a:r>
              <a:rPr b="1" lang="en" sz="1200"/>
              <a:t>Modernization</a:t>
            </a:r>
            <a:r>
              <a:rPr lang="en" sz="1200"/>
              <a:t> of analytics backend code:</a:t>
            </a:r>
            <a:endParaRPr sz="1200"/>
          </a:p>
          <a:p>
            <a:pPr indent="457200" lvl="0" marL="0" rtl="0" algn="l">
              <a:lnSpc>
                <a:spcPct val="120000"/>
              </a:lnSpc>
              <a:spcBef>
                <a:spcPts val="0"/>
              </a:spcBef>
              <a:spcAft>
                <a:spcPts val="0"/>
              </a:spcAft>
              <a:buClr>
                <a:schemeClr val="dk1"/>
              </a:buClr>
              <a:buSzPts val="1100"/>
              <a:buFont typeface="Arial"/>
              <a:buNone/>
            </a:pPr>
            <a:r>
              <a:t/>
            </a:r>
            <a:endParaRPr sz="1200"/>
          </a:p>
          <a:p>
            <a:pPr indent="0" lvl="0" marL="457200" rtl="0" algn="l">
              <a:spcBef>
                <a:spcPts val="0"/>
              </a:spcBef>
              <a:spcAft>
                <a:spcPts val="0"/>
              </a:spcAft>
              <a:buClr>
                <a:schemeClr val="dk1"/>
              </a:buClr>
              <a:buSzPts val="1100"/>
              <a:buFont typeface="Arial"/>
              <a:buNone/>
            </a:pPr>
            <a:r>
              <a:rPr lang="en" sz="1200"/>
              <a:t>Separation of analytics workload and application workload</a:t>
            </a:r>
            <a:endParaRPr sz="1200"/>
          </a:p>
          <a:p>
            <a:pPr indent="0" lvl="0" marL="457200" rtl="0" algn="l">
              <a:spcBef>
                <a:spcPts val="0"/>
              </a:spcBef>
              <a:spcAft>
                <a:spcPts val="0"/>
              </a:spcAft>
              <a:buClr>
                <a:schemeClr val="dk1"/>
              </a:buClr>
              <a:buSzPts val="1100"/>
              <a:buFont typeface="Arial"/>
              <a:buNone/>
            </a:pPr>
            <a:r>
              <a:t/>
            </a:r>
            <a:endParaRPr sz="1200"/>
          </a:p>
          <a:p>
            <a:pPr indent="457200" lvl="0" marL="0" rtl="0" algn="l">
              <a:lnSpc>
                <a:spcPct val="120000"/>
              </a:lnSpc>
              <a:spcBef>
                <a:spcPts val="0"/>
              </a:spcBef>
              <a:spcAft>
                <a:spcPts val="0"/>
              </a:spcAft>
              <a:buClr>
                <a:schemeClr val="dk1"/>
              </a:buClr>
              <a:buSzPts val="1100"/>
              <a:buFont typeface="Arial"/>
              <a:buNone/>
            </a:pPr>
            <a:r>
              <a:rPr lang="en" sz="1200"/>
              <a:t>Object orientation and abstraction</a:t>
            </a:r>
            <a:endParaRPr sz="1200"/>
          </a:p>
          <a:p>
            <a:pPr indent="457200" lvl="0" marL="0" rtl="0" algn="l">
              <a:lnSpc>
                <a:spcPct val="120000"/>
              </a:lnSpc>
              <a:spcBef>
                <a:spcPts val="0"/>
              </a:spcBef>
              <a:spcAft>
                <a:spcPts val="0"/>
              </a:spcAft>
              <a:buClr>
                <a:schemeClr val="dk1"/>
              </a:buClr>
              <a:buSzPts val="1100"/>
              <a:buFont typeface="Arial"/>
              <a:buNone/>
            </a:pPr>
            <a:r>
              <a:t/>
            </a:r>
            <a:endParaRPr sz="1200"/>
          </a:p>
          <a:p>
            <a:pPr indent="457200" lvl="0" marL="0" rtl="0" algn="l">
              <a:lnSpc>
                <a:spcPct val="120000"/>
              </a:lnSpc>
              <a:spcBef>
                <a:spcPts val="0"/>
              </a:spcBef>
              <a:spcAft>
                <a:spcPts val="0"/>
              </a:spcAft>
              <a:buClr>
                <a:schemeClr val="dk1"/>
              </a:buClr>
              <a:buSzPts val="1100"/>
              <a:buFont typeface="Arial"/>
              <a:buNone/>
            </a:pPr>
            <a:r>
              <a:rPr lang="en" sz="1200"/>
              <a:t>Improved test automation coverage</a:t>
            </a:r>
            <a:endParaRPr sz="1200"/>
          </a:p>
          <a:p>
            <a:pPr indent="0" lvl="0" marL="0" rtl="0" algn="l">
              <a:lnSpc>
                <a:spcPct val="120000"/>
              </a:lnSpc>
              <a:spcBef>
                <a:spcPts val="0"/>
              </a:spcBef>
              <a:spcAft>
                <a:spcPts val="0"/>
              </a:spcAft>
              <a:buNone/>
            </a:pPr>
            <a:r>
              <a:t/>
            </a:r>
            <a:endParaRPr b="1" sz="1200"/>
          </a:p>
        </p:txBody>
      </p:sp>
      <p:pic>
        <p:nvPicPr>
          <p:cNvPr descr="Funny cartoon of old man sitting in front of computer and smiling and being happy. He is facing towards the right. Completely white background." id="70" name="Google Shape;70;p12"/>
          <p:cNvPicPr preferRelativeResize="0"/>
          <p:nvPr/>
        </p:nvPicPr>
        <p:blipFill>
          <a:blip r:embed="rId3">
            <a:alphaModFix/>
          </a:blip>
          <a:stretch>
            <a:fillRect/>
          </a:stretch>
        </p:blipFill>
        <p:spPr>
          <a:xfrm>
            <a:off x="572175" y="1088425"/>
            <a:ext cx="2588250" cy="258825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1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Approach</a:t>
            </a:r>
            <a:endParaRPr/>
          </a:p>
        </p:txBody>
      </p:sp>
      <p:sp>
        <p:nvSpPr>
          <p:cNvPr id="76" name="Google Shape;76;p13"/>
          <p:cNvSpPr txBox="1"/>
          <p:nvPr>
            <p:ph idx="1" type="body"/>
          </p:nvPr>
        </p:nvSpPr>
        <p:spPr>
          <a:xfrm>
            <a:off x="3601175" y="1357925"/>
            <a:ext cx="5267400" cy="3040800"/>
          </a:xfrm>
          <a:prstGeom prst="rect">
            <a:avLst/>
          </a:prstGeom>
        </p:spPr>
        <p:txBody>
          <a:bodyPr anchorCtr="0" anchor="t" bIns="91425" lIns="91425" spcFirstLastPara="1" rIns="91425" wrap="square" tIns="91425">
            <a:noAutofit/>
          </a:bodyPr>
          <a:lstStyle/>
          <a:p>
            <a:pPr indent="0" lvl="0" marL="0" rtl="0" algn="l">
              <a:lnSpc>
                <a:spcPct val="120000"/>
              </a:lnSpc>
              <a:spcBef>
                <a:spcPts val="0"/>
              </a:spcBef>
              <a:spcAft>
                <a:spcPts val="0"/>
              </a:spcAft>
              <a:buNone/>
            </a:pPr>
            <a:r>
              <a:rPr lang="en" sz="1200"/>
              <a:t>Dedicated </a:t>
            </a:r>
            <a:r>
              <a:rPr b="1" lang="en" sz="1200"/>
              <a:t>analytics database </a:t>
            </a:r>
            <a:r>
              <a:rPr lang="en" sz="1200"/>
              <a:t>architecture</a:t>
            </a:r>
            <a:br>
              <a:rPr lang="en" sz="1200"/>
            </a:br>
            <a:endParaRPr sz="1200"/>
          </a:p>
          <a:p>
            <a:pPr indent="0" lvl="0" marL="0" rtl="0" algn="l">
              <a:lnSpc>
                <a:spcPct val="120000"/>
              </a:lnSpc>
              <a:spcBef>
                <a:spcPts val="0"/>
              </a:spcBef>
              <a:spcAft>
                <a:spcPts val="0"/>
              </a:spcAft>
              <a:buNone/>
            </a:pPr>
            <a:r>
              <a:rPr lang="en" sz="1200"/>
              <a:t>Allow for future analytics database engines</a:t>
            </a:r>
            <a:endParaRPr sz="1200"/>
          </a:p>
          <a:p>
            <a:pPr indent="0" lvl="0" marL="0" rtl="0" algn="l">
              <a:lnSpc>
                <a:spcPct val="120000"/>
              </a:lnSpc>
              <a:spcBef>
                <a:spcPts val="0"/>
              </a:spcBef>
              <a:spcAft>
                <a:spcPts val="0"/>
              </a:spcAft>
              <a:buNone/>
            </a:pPr>
            <a:r>
              <a:t/>
            </a:r>
            <a:endParaRPr sz="1200"/>
          </a:p>
          <a:p>
            <a:pPr indent="0" lvl="0" marL="0" rtl="0" algn="l">
              <a:lnSpc>
                <a:spcPct val="120000"/>
              </a:lnSpc>
              <a:spcBef>
                <a:spcPts val="0"/>
              </a:spcBef>
              <a:spcAft>
                <a:spcPts val="0"/>
              </a:spcAft>
              <a:buNone/>
            </a:pPr>
            <a:r>
              <a:rPr lang="en" sz="1200"/>
              <a:t>	</a:t>
            </a:r>
            <a:r>
              <a:rPr lang="en" sz="1100"/>
              <a:t>Initial target databases are </a:t>
            </a:r>
            <a:r>
              <a:rPr lang="en" sz="1100">
                <a:solidFill>
                  <a:srgbClr val="6AA84F"/>
                </a:solidFill>
              </a:rPr>
              <a:t>Apache Doris</a:t>
            </a:r>
            <a:r>
              <a:rPr lang="en" sz="1100"/>
              <a:t> and </a:t>
            </a:r>
            <a:r>
              <a:rPr lang="en" sz="1100">
                <a:solidFill>
                  <a:srgbClr val="6AA84F"/>
                </a:solidFill>
              </a:rPr>
              <a:t>ClickHouse</a:t>
            </a:r>
            <a:endParaRPr sz="1200">
              <a:solidFill>
                <a:srgbClr val="6AA84F"/>
              </a:solidFill>
            </a:endParaRPr>
          </a:p>
          <a:p>
            <a:pPr indent="0" lvl="0" marL="0" rtl="0" algn="l">
              <a:lnSpc>
                <a:spcPct val="120000"/>
              </a:lnSpc>
              <a:spcBef>
                <a:spcPts val="0"/>
              </a:spcBef>
              <a:spcAft>
                <a:spcPts val="0"/>
              </a:spcAft>
              <a:buNone/>
            </a:pPr>
            <a:r>
              <a:t/>
            </a:r>
            <a:endParaRPr sz="1200"/>
          </a:p>
          <a:p>
            <a:pPr indent="0" lvl="0" marL="0" rtl="0" algn="l">
              <a:lnSpc>
                <a:spcPct val="120000"/>
              </a:lnSpc>
              <a:spcBef>
                <a:spcPts val="0"/>
              </a:spcBef>
              <a:spcAft>
                <a:spcPts val="0"/>
              </a:spcAft>
              <a:buNone/>
            </a:pPr>
            <a:r>
              <a:rPr lang="en" sz="1200"/>
              <a:t>	</a:t>
            </a:r>
            <a:r>
              <a:rPr b="1" lang="en" sz="1100"/>
              <a:t>Plug-in</a:t>
            </a:r>
            <a:r>
              <a:rPr lang="en" sz="1100"/>
              <a:t> architecture</a:t>
            </a:r>
            <a:endParaRPr sz="1200"/>
          </a:p>
          <a:p>
            <a:pPr indent="0" lvl="0" marL="0" rtl="0" algn="l">
              <a:lnSpc>
                <a:spcPct val="120000"/>
              </a:lnSpc>
              <a:spcBef>
                <a:spcPts val="0"/>
              </a:spcBef>
              <a:spcAft>
                <a:spcPts val="0"/>
              </a:spcAft>
              <a:buNone/>
            </a:pPr>
            <a:r>
              <a:t/>
            </a:r>
            <a:endParaRPr sz="1200"/>
          </a:p>
          <a:p>
            <a:pPr indent="0" lvl="0" marL="0" rtl="0" algn="l">
              <a:lnSpc>
                <a:spcPct val="120000"/>
              </a:lnSpc>
              <a:spcBef>
                <a:spcPts val="0"/>
              </a:spcBef>
              <a:spcAft>
                <a:spcPts val="0"/>
              </a:spcAft>
              <a:buNone/>
            </a:pPr>
            <a:r>
              <a:rPr lang="en" sz="1200"/>
              <a:t>Introduction of source code </a:t>
            </a:r>
            <a:r>
              <a:rPr b="1" lang="en" sz="1200"/>
              <a:t>abstraction</a:t>
            </a:r>
            <a:r>
              <a:rPr lang="en" sz="1200"/>
              <a:t> and unit tests</a:t>
            </a:r>
            <a:endParaRPr sz="1200"/>
          </a:p>
          <a:p>
            <a:pPr indent="457200" lvl="0" marL="0" rtl="0" algn="l">
              <a:lnSpc>
                <a:spcPct val="120000"/>
              </a:lnSpc>
              <a:spcBef>
                <a:spcPts val="0"/>
              </a:spcBef>
              <a:spcAft>
                <a:spcPts val="0"/>
              </a:spcAft>
              <a:buNone/>
            </a:pPr>
            <a:r>
              <a:t/>
            </a:r>
            <a:endParaRPr sz="1200">
              <a:solidFill>
                <a:srgbClr val="6AA84F"/>
              </a:solidFill>
              <a:latin typeface="Consolas"/>
              <a:ea typeface="Consolas"/>
              <a:cs typeface="Consolas"/>
              <a:sym typeface="Consolas"/>
            </a:endParaRPr>
          </a:p>
          <a:p>
            <a:pPr indent="457200" lvl="0" marL="0" rtl="0" algn="l">
              <a:lnSpc>
                <a:spcPct val="120000"/>
              </a:lnSpc>
              <a:spcBef>
                <a:spcPts val="0"/>
              </a:spcBef>
              <a:spcAft>
                <a:spcPts val="0"/>
              </a:spcAft>
              <a:buNone/>
            </a:pPr>
            <a:r>
              <a:rPr lang="en" sz="1200">
                <a:solidFill>
                  <a:srgbClr val="6AA84F"/>
                </a:solidFill>
                <a:latin typeface="Consolas"/>
                <a:ea typeface="Consolas"/>
                <a:cs typeface="Consolas"/>
                <a:sym typeface="Consolas"/>
              </a:rPr>
              <a:t>SqlBuilder</a:t>
            </a:r>
            <a:endParaRPr sz="1200">
              <a:solidFill>
                <a:srgbClr val="6AA84F"/>
              </a:solidFill>
              <a:latin typeface="Consolas"/>
              <a:ea typeface="Consolas"/>
              <a:cs typeface="Consolas"/>
              <a:sym typeface="Consolas"/>
            </a:endParaRPr>
          </a:p>
          <a:p>
            <a:pPr indent="457200" lvl="0" marL="0" rtl="0" algn="l">
              <a:lnSpc>
                <a:spcPct val="120000"/>
              </a:lnSpc>
              <a:spcBef>
                <a:spcPts val="0"/>
              </a:spcBef>
              <a:spcAft>
                <a:spcPts val="0"/>
              </a:spcAft>
              <a:buNone/>
            </a:pPr>
            <a:r>
              <a:t/>
            </a:r>
            <a:endParaRPr sz="1200">
              <a:solidFill>
                <a:srgbClr val="6AA84F"/>
              </a:solidFill>
              <a:latin typeface="Consolas"/>
              <a:ea typeface="Consolas"/>
              <a:cs typeface="Consolas"/>
              <a:sym typeface="Consolas"/>
            </a:endParaRPr>
          </a:p>
          <a:p>
            <a:pPr indent="457200" lvl="0" marL="0" rtl="0" algn="l">
              <a:lnSpc>
                <a:spcPct val="120000"/>
              </a:lnSpc>
              <a:spcBef>
                <a:spcPts val="0"/>
              </a:spcBef>
              <a:spcAft>
                <a:spcPts val="0"/>
              </a:spcAft>
              <a:buNone/>
            </a:pPr>
            <a:r>
              <a:rPr lang="en" sz="1200">
                <a:solidFill>
                  <a:srgbClr val="6AA84F"/>
                </a:solidFill>
                <a:latin typeface="Consolas"/>
                <a:ea typeface="Consolas"/>
                <a:cs typeface="Consolas"/>
                <a:sym typeface="Consolas"/>
              </a:rPr>
              <a:t>Database</a:t>
            </a:r>
            <a:r>
              <a:rPr lang="en" sz="1200"/>
              <a:t> </a:t>
            </a:r>
            <a:r>
              <a:rPr lang="en" sz="1200">
                <a:solidFill>
                  <a:srgbClr val="999999"/>
                </a:solidFill>
              </a:rPr>
              <a:t>/</a:t>
            </a:r>
            <a:r>
              <a:rPr lang="en" sz="1200"/>
              <a:t> </a:t>
            </a:r>
            <a:r>
              <a:rPr lang="en" sz="1200">
                <a:solidFill>
                  <a:srgbClr val="6AA84F"/>
                </a:solidFill>
                <a:latin typeface="Consolas"/>
                <a:ea typeface="Consolas"/>
                <a:cs typeface="Consolas"/>
                <a:sym typeface="Consolas"/>
              </a:rPr>
              <a:t>Table</a:t>
            </a:r>
            <a:r>
              <a:rPr lang="en" sz="1200"/>
              <a:t> </a:t>
            </a:r>
            <a:r>
              <a:rPr lang="en" sz="1200">
                <a:solidFill>
                  <a:srgbClr val="999999"/>
                </a:solidFill>
              </a:rPr>
              <a:t>/</a:t>
            </a:r>
            <a:r>
              <a:rPr lang="en" sz="1200"/>
              <a:t> </a:t>
            </a:r>
            <a:r>
              <a:rPr lang="en" sz="1200">
                <a:solidFill>
                  <a:srgbClr val="6AA84F"/>
                </a:solidFill>
                <a:latin typeface="Consolas"/>
                <a:ea typeface="Consolas"/>
                <a:cs typeface="Consolas"/>
                <a:sym typeface="Consolas"/>
              </a:rPr>
              <a:t>Column</a:t>
            </a:r>
            <a:endParaRPr sz="1200"/>
          </a:p>
        </p:txBody>
      </p:sp>
      <p:pic>
        <p:nvPicPr>
          <p:cNvPr id="77" name="Google Shape;77;p13"/>
          <p:cNvPicPr preferRelativeResize="0"/>
          <p:nvPr/>
        </p:nvPicPr>
        <p:blipFill>
          <a:blip r:embed="rId3">
            <a:alphaModFix/>
          </a:blip>
          <a:stretch>
            <a:fillRect/>
          </a:stretch>
        </p:blipFill>
        <p:spPr>
          <a:xfrm>
            <a:off x="935425" y="1463125"/>
            <a:ext cx="1832700" cy="18327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14"/>
          <p:cNvSpPr txBox="1"/>
          <p:nvPr>
            <p:ph type="title"/>
          </p:nvPr>
        </p:nvSpPr>
        <p:spPr>
          <a:xfrm>
            <a:off x="311700" y="292625"/>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2200"/>
              <a:t>Analytics Database Architecture</a:t>
            </a:r>
            <a:endParaRPr sz="2200"/>
          </a:p>
        </p:txBody>
      </p:sp>
      <p:pic>
        <p:nvPicPr>
          <p:cNvPr id="83" name="Google Shape;83;p14"/>
          <p:cNvPicPr preferRelativeResize="0"/>
          <p:nvPr/>
        </p:nvPicPr>
        <p:blipFill>
          <a:blip r:embed="rId3">
            <a:alphaModFix/>
          </a:blip>
          <a:stretch>
            <a:fillRect/>
          </a:stretch>
        </p:blipFill>
        <p:spPr>
          <a:xfrm>
            <a:off x="1605288" y="1118100"/>
            <a:ext cx="5933425" cy="3538449"/>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5"/>
          <p:cNvSpPr txBox="1"/>
          <p:nvPr>
            <p:ph type="title"/>
          </p:nvPr>
        </p:nvSpPr>
        <p:spPr>
          <a:xfrm>
            <a:off x="311700" y="292625"/>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2200"/>
              <a:t>Analytics Database Architecture</a:t>
            </a:r>
            <a:endParaRPr sz="2200"/>
          </a:p>
        </p:txBody>
      </p:sp>
      <p:pic>
        <p:nvPicPr>
          <p:cNvPr id="89" name="Google Shape;89;p15"/>
          <p:cNvPicPr preferRelativeResize="0"/>
          <p:nvPr/>
        </p:nvPicPr>
        <p:blipFill>
          <a:blip r:embed="rId3">
            <a:alphaModFix/>
          </a:blip>
          <a:stretch>
            <a:fillRect/>
          </a:stretch>
        </p:blipFill>
        <p:spPr>
          <a:xfrm>
            <a:off x="1604563" y="1117156"/>
            <a:ext cx="5934874" cy="35393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16"/>
          <p:cNvSpPr txBox="1"/>
          <p:nvPr>
            <p:ph type="title"/>
          </p:nvPr>
        </p:nvSpPr>
        <p:spPr>
          <a:xfrm>
            <a:off x="311700" y="292625"/>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2200"/>
              <a:t>Software Abstraction Layer</a:t>
            </a:r>
            <a:endParaRPr sz="2200"/>
          </a:p>
        </p:txBody>
      </p:sp>
      <p:pic>
        <p:nvPicPr>
          <p:cNvPr id="95" name="Google Shape;95;p16"/>
          <p:cNvPicPr preferRelativeResize="0"/>
          <p:nvPr/>
        </p:nvPicPr>
        <p:blipFill>
          <a:blip r:embed="rId3">
            <a:alphaModFix/>
          </a:blip>
          <a:stretch>
            <a:fillRect/>
          </a:stretch>
        </p:blipFill>
        <p:spPr>
          <a:xfrm>
            <a:off x="2618313" y="1278800"/>
            <a:ext cx="3907375" cy="34176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17"/>
          <p:cNvSpPr txBox="1"/>
          <p:nvPr>
            <p:ph type="title"/>
          </p:nvPr>
        </p:nvSpPr>
        <p:spPr>
          <a:xfrm>
            <a:off x="311700" y="292625"/>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2200"/>
              <a:t>Analytics Database Configuration (Doris)</a:t>
            </a:r>
            <a:endParaRPr sz="2200"/>
          </a:p>
        </p:txBody>
      </p:sp>
      <p:sp>
        <p:nvSpPr>
          <p:cNvPr id="101" name="Google Shape;101;p17"/>
          <p:cNvSpPr txBox="1"/>
          <p:nvPr/>
        </p:nvSpPr>
        <p:spPr>
          <a:xfrm>
            <a:off x="1875000" y="1446100"/>
            <a:ext cx="5394000" cy="2023200"/>
          </a:xfrm>
          <a:prstGeom prst="rect">
            <a:avLst/>
          </a:prstGeom>
          <a:solidFill>
            <a:srgbClr val="EFEFEF"/>
          </a:solid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000">
                <a:solidFill>
                  <a:srgbClr val="666666"/>
                </a:solidFill>
                <a:latin typeface="Consolas"/>
                <a:ea typeface="Consolas"/>
                <a:cs typeface="Consolas"/>
                <a:sym typeface="Consolas"/>
              </a:rPr>
              <a:t># Analytics database management system</a:t>
            </a:r>
            <a:endParaRPr sz="1000">
              <a:solidFill>
                <a:srgbClr val="666666"/>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 sz="1000">
                <a:solidFill>
                  <a:srgbClr val="3D85C6"/>
                </a:solidFill>
                <a:latin typeface="Consolas"/>
                <a:ea typeface="Consolas"/>
                <a:cs typeface="Consolas"/>
                <a:sym typeface="Consolas"/>
              </a:rPr>
              <a:t>analytics.database</a:t>
            </a:r>
            <a:r>
              <a:rPr lang="en" sz="1000">
                <a:solidFill>
                  <a:srgbClr val="011529"/>
                </a:solidFill>
                <a:latin typeface="Consolas"/>
                <a:ea typeface="Consolas"/>
                <a:cs typeface="Consolas"/>
                <a:sym typeface="Consolas"/>
              </a:rPr>
              <a:t> </a:t>
            </a:r>
            <a:r>
              <a:rPr lang="en" sz="1000">
                <a:solidFill>
                  <a:srgbClr val="E69138"/>
                </a:solidFill>
                <a:latin typeface="Consolas"/>
                <a:ea typeface="Consolas"/>
                <a:cs typeface="Consolas"/>
                <a:sym typeface="Consolas"/>
              </a:rPr>
              <a:t>=</a:t>
            </a:r>
            <a:r>
              <a:rPr lang="en" sz="1000">
                <a:solidFill>
                  <a:srgbClr val="011529"/>
                </a:solidFill>
                <a:latin typeface="Consolas"/>
                <a:ea typeface="Consolas"/>
                <a:cs typeface="Consolas"/>
                <a:sym typeface="Consolas"/>
              </a:rPr>
              <a:t> </a:t>
            </a:r>
            <a:r>
              <a:rPr lang="en" sz="1000">
                <a:solidFill>
                  <a:srgbClr val="434343"/>
                </a:solidFill>
                <a:latin typeface="Consolas"/>
                <a:ea typeface="Consolas"/>
                <a:cs typeface="Consolas"/>
                <a:sym typeface="Consolas"/>
              </a:rPr>
              <a:t>doris</a:t>
            </a:r>
            <a:endParaRPr sz="1000">
              <a:solidFill>
                <a:srgbClr val="434343"/>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t/>
            </a:r>
            <a:endParaRPr sz="1000">
              <a:solidFill>
                <a:srgbClr val="011529"/>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 sz="1000">
                <a:solidFill>
                  <a:srgbClr val="666666"/>
                </a:solidFill>
                <a:latin typeface="Consolas"/>
                <a:ea typeface="Consolas"/>
                <a:cs typeface="Consolas"/>
                <a:sym typeface="Consolas"/>
              </a:rPr>
              <a:t># Analytics database connection URL</a:t>
            </a:r>
            <a:endParaRPr sz="1000">
              <a:solidFill>
                <a:srgbClr val="666666"/>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 sz="1000">
                <a:solidFill>
                  <a:srgbClr val="3D85C6"/>
                </a:solidFill>
                <a:latin typeface="Consolas"/>
                <a:ea typeface="Consolas"/>
                <a:cs typeface="Consolas"/>
                <a:sym typeface="Consolas"/>
              </a:rPr>
              <a:t>analytics.connection.url</a:t>
            </a:r>
            <a:r>
              <a:rPr lang="en" sz="1000">
                <a:solidFill>
                  <a:srgbClr val="011529"/>
                </a:solidFill>
                <a:latin typeface="Consolas"/>
                <a:ea typeface="Consolas"/>
                <a:cs typeface="Consolas"/>
                <a:sym typeface="Consolas"/>
              </a:rPr>
              <a:t> </a:t>
            </a:r>
            <a:r>
              <a:rPr lang="en" sz="1000">
                <a:solidFill>
                  <a:srgbClr val="E69138"/>
                </a:solidFill>
                <a:latin typeface="Consolas"/>
                <a:ea typeface="Consolas"/>
                <a:cs typeface="Consolas"/>
                <a:sym typeface="Consolas"/>
              </a:rPr>
              <a:t>=</a:t>
            </a:r>
            <a:r>
              <a:rPr lang="en" sz="1000">
                <a:solidFill>
                  <a:srgbClr val="011529"/>
                </a:solidFill>
                <a:latin typeface="Consolas"/>
                <a:ea typeface="Consolas"/>
                <a:cs typeface="Consolas"/>
                <a:sym typeface="Consolas"/>
              </a:rPr>
              <a:t> </a:t>
            </a:r>
            <a:r>
              <a:rPr lang="en" sz="1000">
                <a:solidFill>
                  <a:srgbClr val="434343"/>
                </a:solidFill>
                <a:latin typeface="Consolas"/>
                <a:ea typeface="Consolas"/>
                <a:cs typeface="Consolas"/>
                <a:sym typeface="Consolas"/>
              </a:rPr>
              <a:t>jdbc:mysql://192.168.1.180:9030/analytics</a:t>
            </a:r>
            <a:endParaRPr sz="1000">
              <a:solidFill>
                <a:srgbClr val="434343"/>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t/>
            </a:r>
            <a:endParaRPr sz="1000">
              <a:solidFill>
                <a:srgbClr val="011529"/>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 sz="1000">
                <a:solidFill>
                  <a:srgbClr val="666666"/>
                </a:solidFill>
                <a:latin typeface="Consolas"/>
                <a:ea typeface="Consolas"/>
                <a:cs typeface="Consolas"/>
                <a:sym typeface="Consolas"/>
              </a:rPr>
              <a:t># Analytics database username</a:t>
            </a:r>
            <a:endParaRPr sz="1000">
              <a:solidFill>
                <a:srgbClr val="666666"/>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 sz="1000">
                <a:solidFill>
                  <a:srgbClr val="3D85C6"/>
                </a:solidFill>
                <a:latin typeface="Consolas"/>
                <a:ea typeface="Consolas"/>
                <a:cs typeface="Consolas"/>
                <a:sym typeface="Consolas"/>
              </a:rPr>
              <a:t>analytics.connection.username</a:t>
            </a:r>
            <a:r>
              <a:rPr lang="en" sz="1000">
                <a:solidFill>
                  <a:srgbClr val="011529"/>
                </a:solidFill>
                <a:latin typeface="Consolas"/>
                <a:ea typeface="Consolas"/>
                <a:cs typeface="Consolas"/>
                <a:sym typeface="Consolas"/>
              </a:rPr>
              <a:t> </a:t>
            </a:r>
            <a:r>
              <a:rPr lang="en" sz="1000">
                <a:solidFill>
                  <a:srgbClr val="E69138"/>
                </a:solidFill>
                <a:latin typeface="Consolas"/>
                <a:ea typeface="Consolas"/>
                <a:cs typeface="Consolas"/>
                <a:sym typeface="Consolas"/>
              </a:rPr>
              <a:t>=</a:t>
            </a:r>
            <a:r>
              <a:rPr lang="en" sz="1000">
                <a:solidFill>
                  <a:srgbClr val="011529"/>
                </a:solidFill>
                <a:latin typeface="Consolas"/>
                <a:ea typeface="Consolas"/>
                <a:cs typeface="Consolas"/>
                <a:sym typeface="Consolas"/>
              </a:rPr>
              <a:t> </a:t>
            </a:r>
            <a:r>
              <a:rPr lang="en" sz="1000">
                <a:solidFill>
                  <a:srgbClr val="434343"/>
                </a:solidFill>
                <a:latin typeface="Consolas"/>
                <a:ea typeface="Consolas"/>
                <a:cs typeface="Consolas"/>
                <a:sym typeface="Consolas"/>
              </a:rPr>
              <a:t>root</a:t>
            </a:r>
            <a:endParaRPr sz="1000">
              <a:solidFill>
                <a:srgbClr val="434343"/>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t/>
            </a:r>
            <a:endParaRPr sz="1000">
              <a:solidFill>
                <a:srgbClr val="011529"/>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 sz="1000">
                <a:solidFill>
                  <a:srgbClr val="666666"/>
                </a:solidFill>
                <a:latin typeface="Consolas"/>
                <a:ea typeface="Consolas"/>
                <a:cs typeface="Consolas"/>
                <a:sym typeface="Consolas"/>
              </a:rPr>
              <a:t># Analytics database password</a:t>
            </a:r>
            <a:endParaRPr sz="1000">
              <a:solidFill>
                <a:srgbClr val="666666"/>
              </a:solidFill>
              <a:latin typeface="Consolas"/>
              <a:ea typeface="Consolas"/>
              <a:cs typeface="Consolas"/>
              <a:sym typeface="Consolas"/>
            </a:endParaRPr>
          </a:p>
          <a:p>
            <a:pPr indent="0" lvl="0" marL="0" rtl="0" algn="l">
              <a:spcBef>
                <a:spcPts val="0"/>
              </a:spcBef>
              <a:spcAft>
                <a:spcPts val="0"/>
              </a:spcAft>
              <a:buNone/>
            </a:pPr>
            <a:r>
              <a:rPr lang="en" sz="1000">
                <a:solidFill>
                  <a:srgbClr val="3D85C6"/>
                </a:solidFill>
                <a:latin typeface="Consolas"/>
                <a:ea typeface="Consolas"/>
                <a:cs typeface="Consolas"/>
                <a:sym typeface="Consolas"/>
              </a:rPr>
              <a:t>analytics.connection.password</a:t>
            </a:r>
            <a:r>
              <a:rPr lang="en" sz="1000">
                <a:solidFill>
                  <a:srgbClr val="011529"/>
                </a:solidFill>
                <a:latin typeface="Consolas"/>
                <a:ea typeface="Consolas"/>
                <a:cs typeface="Consolas"/>
                <a:sym typeface="Consolas"/>
              </a:rPr>
              <a:t> </a:t>
            </a:r>
            <a:r>
              <a:rPr lang="en" sz="1000">
                <a:solidFill>
                  <a:srgbClr val="E69138"/>
                </a:solidFill>
                <a:latin typeface="Consolas"/>
                <a:ea typeface="Consolas"/>
                <a:cs typeface="Consolas"/>
                <a:sym typeface="Consolas"/>
              </a:rPr>
              <a:t>=</a:t>
            </a:r>
            <a:r>
              <a:rPr lang="en" sz="1000">
                <a:solidFill>
                  <a:srgbClr val="011529"/>
                </a:solidFill>
                <a:latin typeface="Consolas"/>
                <a:ea typeface="Consolas"/>
                <a:cs typeface="Consolas"/>
                <a:sym typeface="Consolas"/>
              </a:rPr>
              <a:t> </a:t>
            </a:r>
            <a:r>
              <a:rPr lang="en" sz="1000">
                <a:solidFill>
                  <a:srgbClr val="434343"/>
                </a:solidFill>
                <a:latin typeface="Consolas"/>
                <a:ea typeface="Consolas"/>
                <a:cs typeface="Consolas"/>
                <a:sym typeface="Consolas"/>
              </a:rPr>
              <a:t>admin</a:t>
            </a:r>
            <a:endParaRPr sz="1000">
              <a:solidFill>
                <a:srgbClr val="434343"/>
              </a:solidFill>
              <a:latin typeface="Consolas"/>
              <a:ea typeface="Consolas"/>
              <a:cs typeface="Consolas"/>
              <a:sym typeface="Consolas"/>
            </a:endParaRPr>
          </a:p>
        </p:txBody>
      </p:sp>
      <p:sp>
        <p:nvSpPr>
          <p:cNvPr id="102" name="Google Shape;102;p17"/>
          <p:cNvSpPr txBox="1"/>
          <p:nvPr/>
        </p:nvSpPr>
        <p:spPr>
          <a:xfrm>
            <a:off x="6469400" y="3609023"/>
            <a:ext cx="776100" cy="32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rgbClr val="011529"/>
                </a:solidFill>
                <a:latin typeface="Rubik"/>
                <a:ea typeface="Rubik"/>
                <a:cs typeface="Rubik"/>
                <a:sym typeface="Rubik"/>
              </a:rPr>
              <a:t>dhis.conf</a:t>
            </a:r>
            <a:endParaRPr sz="1000">
              <a:solidFill>
                <a:srgbClr val="011529"/>
              </a:solidFill>
              <a:latin typeface="Rubik"/>
              <a:ea typeface="Rubik"/>
              <a:cs typeface="Rubik"/>
              <a:sym typeface="Rubik"/>
            </a:endParaRPr>
          </a:p>
        </p:txBody>
      </p:sp>
      <p:sp>
        <p:nvSpPr>
          <p:cNvPr id="103" name="Google Shape;103;p17"/>
          <p:cNvSpPr txBox="1"/>
          <p:nvPr/>
        </p:nvSpPr>
        <p:spPr>
          <a:xfrm>
            <a:off x="1875000" y="4517175"/>
            <a:ext cx="5394000" cy="409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100">
                <a:solidFill>
                  <a:srgbClr val="666666"/>
                </a:solidFill>
                <a:latin typeface="Rubik"/>
                <a:ea typeface="Rubik"/>
                <a:cs typeface="Rubik"/>
                <a:sym typeface="Rubik"/>
              </a:rPr>
              <a:t>https://docs.dhis2.org/en/manage/reference/analytics-database.html</a:t>
            </a:r>
            <a:endParaRPr sz="1100">
              <a:solidFill>
                <a:srgbClr val="666666"/>
              </a:solidFill>
              <a:latin typeface="Rubik"/>
              <a:ea typeface="Rubik"/>
              <a:cs typeface="Rubik"/>
              <a:sym typeface="Rubik"/>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18"/>
          <p:cNvSpPr txBox="1"/>
          <p:nvPr>
            <p:ph type="title"/>
          </p:nvPr>
        </p:nvSpPr>
        <p:spPr>
          <a:xfrm>
            <a:off x="311700" y="292625"/>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2200"/>
              <a:t>Analytics Database Configuration (ClickHouse)</a:t>
            </a:r>
            <a:endParaRPr sz="2200"/>
          </a:p>
        </p:txBody>
      </p:sp>
      <p:sp>
        <p:nvSpPr>
          <p:cNvPr id="109" name="Google Shape;109;p18"/>
          <p:cNvSpPr txBox="1"/>
          <p:nvPr/>
        </p:nvSpPr>
        <p:spPr>
          <a:xfrm>
            <a:off x="6467932" y="3609126"/>
            <a:ext cx="776100" cy="32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rgbClr val="011529"/>
                </a:solidFill>
                <a:latin typeface="Rubik"/>
                <a:ea typeface="Rubik"/>
                <a:cs typeface="Rubik"/>
                <a:sym typeface="Rubik"/>
              </a:rPr>
              <a:t>dhis.conf</a:t>
            </a:r>
            <a:endParaRPr sz="1000">
              <a:solidFill>
                <a:srgbClr val="011529"/>
              </a:solidFill>
              <a:latin typeface="Rubik"/>
              <a:ea typeface="Rubik"/>
              <a:cs typeface="Rubik"/>
              <a:sym typeface="Rubik"/>
            </a:endParaRPr>
          </a:p>
        </p:txBody>
      </p:sp>
      <p:sp>
        <p:nvSpPr>
          <p:cNvPr id="110" name="Google Shape;110;p18"/>
          <p:cNvSpPr txBox="1"/>
          <p:nvPr/>
        </p:nvSpPr>
        <p:spPr>
          <a:xfrm>
            <a:off x="1875000" y="1446100"/>
            <a:ext cx="5394000" cy="2023800"/>
          </a:xfrm>
          <a:prstGeom prst="rect">
            <a:avLst/>
          </a:prstGeom>
          <a:solidFill>
            <a:srgbClr val="EFEFEF"/>
          </a:solid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000">
                <a:solidFill>
                  <a:srgbClr val="666666"/>
                </a:solidFill>
                <a:latin typeface="Consolas"/>
                <a:ea typeface="Consolas"/>
                <a:cs typeface="Consolas"/>
                <a:sym typeface="Consolas"/>
              </a:rPr>
              <a:t># Analytics database management system</a:t>
            </a:r>
            <a:endParaRPr sz="1000">
              <a:solidFill>
                <a:srgbClr val="666666"/>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 sz="1000">
                <a:solidFill>
                  <a:srgbClr val="3D85C6"/>
                </a:solidFill>
                <a:latin typeface="Consolas"/>
                <a:ea typeface="Consolas"/>
                <a:cs typeface="Consolas"/>
                <a:sym typeface="Consolas"/>
              </a:rPr>
              <a:t>analytics.database</a:t>
            </a:r>
            <a:r>
              <a:rPr lang="en" sz="1000">
                <a:solidFill>
                  <a:srgbClr val="011529"/>
                </a:solidFill>
                <a:latin typeface="Consolas"/>
                <a:ea typeface="Consolas"/>
                <a:cs typeface="Consolas"/>
                <a:sym typeface="Consolas"/>
              </a:rPr>
              <a:t> </a:t>
            </a:r>
            <a:r>
              <a:rPr lang="en" sz="1000">
                <a:solidFill>
                  <a:srgbClr val="E69138"/>
                </a:solidFill>
                <a:latin typeface="Consolas"/>
                <a:ea typeface="Consolas"/>
                <a:cs typeface="Consolas"/>
                <a:sym typeface="Consolas"/>
              </a:rPr>
              <a:t>=</a:t>
            </a:r>
            <a:r>
              <a:rPr lang="en" sz="1000">
                <a:solidFill>
                  <a:srgbClr val="011529"/>
                </a:solidFill>
                <a:latin typeface="Consolas"/>
                <a:ea typeface="Consolas"/>
                <a:cs typeface="Consolas"/>
                <a:sym typeface="Consolas"/>
              </a:rPr>
              <a:t> </a:t>
            </a:r>
            <a:r>
              <a:rPr lang="en" sz="1000">
                <a:solidFill>
                  <a:srgbClr val="434343"/>
                </a:solidFill>
                <a:latin typeface="Consolas"/>
                <a:ea typeface="Consolas"/>
                <a:cs typeface="Consolas"/>
                <a:sym typeface="Consolas"/>
              </a:rPr>
              <a:t>clickhouse</a:t>
            </a:r>
            <a:endParaRPr sz="1000">
              <a:solidFill>
                <a:srgbClr val="434343"/>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t/>
            </a:r>
            <a:endParaRPr sz="1000">
              <a:solidFill>
                <a:srgbClr val="011529"/>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 sz="1000">
                <a:solidFill>
                  <a:srgbClr val="666666"/>
                </a:solidFill>
                <a:latin typeface="Consolas"/>
                <a:ea typeface="Consolas"/>
                <a:cs typeface="Consolas"/>
                <a:sym typeface="Consolas"/>
              </a:rPr>
              <a:t># Analytics database connection URL</a:t>
            </a:r>
            <a:endParaRPr sz="1000">
              <a:solidFill>
                <a:srgbClr val="666666"/>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 sz="1000">
                <a:solidFill>
                  <a:srgbClr val="3D85C6"/>
                </a:solidFill>
                <a:latin typeface="Consolas"/>
                <a:ea typeface="Consolas"/>
                <a:cs typeface="Consolas"/>
                <a:sym typeface="Consolas"/>
              </a:rPr>
              <a:t>analytics.connection.url</a:t>
            </a:r>
            <a:r>
              <a:rPr lang="en" sz="1000">
                <a:solidFill>
                  <a:srgbClr val="011529"/>
                </a:solidFill>
                <a:latin typeface="Consolas"/>
                <a:ea typeface="Consolas"/>
                <a:cs typeface="Consolas"/>
                <a:sym typeface="Consolas"/>
              </a:rPr>
              <a:t> </a:t>
            </a:r>
            <a:r>
              <a:rPr lang="en" sz="1000">
                <a:solidFill>
                  <a:srgbClr val="E69138"/>
                </a:solidFill>
                <a:latin typeface="Consolas"/>
                <a:ea typeface="Consolas"/>
                <a:cs typeface="Consolas"/>
                <a:sym typeface="Consolas"/>
              </a:rPr>
              <a:t>=</a:t>
            </a:r>
            <a:r>
              <a:rPr lang="en" sz="1000">
                <a:solidFill>
                  <a:srgbClr val="011529"/>
                </a:solidFill>
                <a:latin typeface="Consolas"/>
                <a:ea typeface="Consolas"/>
                <a:cs typeface="Consolas"/>
                <a:sym typeface="Consolas"/>
              </a:rPr>
              <a:t> </a:t>
            </a:r>
            <a:r>
              <a:rPr lang="en" sz="1000">
                <a:solidFill>
                  <a:srgbClr val="434343"/>
                </a:solidFill>
                <a:latin typeface="Consolas"/>
                <a:ea typeface="Consolas"/>
                <a:cs typeface="Consolas"/>
                <a:sym typeface="Consolas"/>
              </a:rPr>
              <a:t>jdbc:clickhouse://localhost:8123/default</a:t>
            </a:r>
            <a:endParaRPr sz="1000">
              <a:solidFill>
                <a:srgbClr val="434343"/>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t/>
            </a:r>
            <a:endParaRPr sz="1000">
              <a:solidFill>
                <a:srgbClr val="011529"/>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 sz="1000">
                <a:solidFill>
                  <a:srgbClr val="666666"/>
                </a:solidFill>
                <a:latin typeface="Consolas"/>
                <a:ea typeface="Consolas"/>
                <a:cs typeface="Consolas"/>
                <a:sym typeface="Consolas"/>
              </a:rPr>
              <a:t># Analytics database username</a:t>
            </a:r>
            <a:endParaRPr sz="1000">
              <a:solidFill>
                <a:srgbClr val="666666"/>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 sz="1000">
                <a:solidFill>
                  <a:srgbClr val="3D85C6"/>
                </a:solidFill>
                <a:latin typeface="Consolas"/>
                <a:ea typeface="Consolas"/>
                <a:cs typeface="Consolas"/>
                <a:sym typeface="Consolas"/>
              </a:rPr>
              <a:t>analytics.connection.username</a:t>
            </a:r>
            <a:r>
              <a:rPr lang="en" sz="1000">
                <a:solidFill>
                  <a:srgbClr val="011529"/>
                </a:solidFill>
                <a:latin typeface="Consolas"/>
                <a:ea typeface="Consolas"/>
                <a:cs typeface="Consolas"/>
                <a:sym typeface="Consolas"/>
              </a:rPr>
              <a:t> </a:t>
            </a:r>
            <a:r>
              <a:rPr lang="en" sz="1000">
                <a:solidFill>
                  <a:srgbClr val="E69138"/>
                </a:solidFill>
                <a:latin typeface="Consolas"/>
                <a:ea typeface="Consolas"/>
                <a:cs typeface="Consolas"/>
                <a:sym typeface="Consolas"/>
              </a:rPr>
              <a:t>=</a:t>
            </a:r>
            <a:r>
              <a:rPr lang="en" sz="1000">
                <a:solidFill>
                  <a:srgbClr val="011529"/>
                </a:solidFill>
                <a:latin typeface="Consolas"/>
                <a:ea typeface="Consolas"/>
                <a:cs typeface="Consolas"/>
                <a:sym typeface="Consolas"/>
              </a:rPr>
              <a:t> </a:t>
            </a:r>
            <a:r>
              <a:rPr lang="en" sz="1000">
                <a:solidFill>
                  <a:srgbClr val="434343"/>
                </a:solidFill>
                <a:latin typeface="Consolas"/>
                <a:ea typeface="Consolas"/>
                <a:cs typeface="Consolas"/>
                <a:sym typeface="Consolas"/>
              </a:rPr>
              <a:t>default</a:t>
            </a:r>
            <a:endParaRPr sz="1000">
              <a:solidFill>
                <a:srgbClr val="434343"/>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t/>
            </a:r>
            <a:endParaRPr sz="1000">
              <a:solidFill>
                <a:srgbClr val="011529"/>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 sz="1000">
                <a:solidFill>
                  <a:srgbClr val="666666"/>
                </a:solidFill>
                <a:latin typeface="Consolas"/>
                <a:ea typeface="Consolas"/>
                <a:cs typeface="Consolas"/>
                <a:sym typeface="Consolas"/>
              </a:rPr>
              <a:t># Analytics database password</a:t>
            </a:r>
            <a:endParaRPr sz="1000">
              <a:solidFill>
                <a:srgbClr val="666666"/>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 sz="1000">
                <a:solidFill>
                  <a:srgbClr val="3D85C6"/>
                </a:solidFill>
                <a:latin typeface="Consolas"/>
                <a:ea typeface="Consolas"/>
                <a:cs typeface="Consolas"/>
                <a:sym typeface="Consolas"/>
              </a:rPr>
              <a:t>analytics.connection.password</a:t>
            </a:r>
            <a:r>
              <a:rPr lang="en" sz="1000">
                <a:solidFill>
                  <a:srgbClr val="011529"/>
                </a:solidFill>
                <a:latin typeface="Consolas"/>
                <a:ea typeface="Consolas"/>
                <a:cs typeface="Consolas"/>
                <a:sym typeface="Consolas"/>
              </a:rPr>
              <a:t> </a:t>
            </a:r>
            <a:r>
              <a:rPr lang="en" sz="1000">
                <a:solidFill>
                  <a:srgbClr val="E69138"/>
                </a:solidFill>
                <a:latin typeface="Consolas"/>
                <a:ea typeface="Consolas"/>
                <a:cs typeface="Consolas"/>
                <a:sym typeface="Consolas"/>
              </a:rPr>
              <a:t>=</a:t>
            </a:r>
            <a:r>
              <a:rPr lang="en" sz="1000">
                <a:solidFill>
                  <a:srgbClr val="011529"/>
                </a:solidFill>
                <a:latin typeface="Consolas"/>
                <a:ea typeface="Consolas"/>
                <a:cs typeface="Consolas"/>
                <a:sym typeface="Consolas"/>
              </a:rPr>
              <a:t> </a:t>
            </a:r>
            <a:r>
              <a:rPr lang="en" sz="1000">
                <a:solidFill>
                  <a:srgbClr val="434343"/>
                </a:solidFill>
                <a:latin typeface="Consolas"/>
                <a:ea typeface="Consolas"/>
                <a:cs typeface="Consolas"/>
                <a:sym typeface="Consolas"/>
              </a:rPr>
              <a:t>admin</a:t>
            </a:r>
            <a:endParaRPr sz="1000">
              <a:solidFill>
                <a:srgbClr val="666666"/>
              </a:solidFill>
              <a:latin typeface="Consolas"/>
              <a:ea typeface="Consolas"/>
              <a:cs typeface="Consolas"/>
              <a:sym typeface="Consolas"/>
            </a:endParaRPr>
          </a:p>
        </p:txBody>
      </p:sp>
      <p:sp>
        <p:nvSpPr>
          <p:cNvPr id="111" name="Google Shape;111;p18"/>
          <p:cNvSpPr txBox="1"/>
          <p:nvPr/>
        </p:nvSpPr>
        <p:spPr>
          <a:xfrm>
            <a:off x="1875000" y="4517175"/>
            <a:ext cx="5394000" cy="409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100">
                <a:solidFill>
                  <a:srgbClr val="666666"/>
                </a:solidFill>
                <a:latin typeface="Rubik"/>
                <a:ea typeface="Rubik"/>
                <a:cs typeface="Rubik"/>
                <a:sym typeface="Rubik"/>
              </a:rPr>
              <a:t>https://docs.dhis2.org/en/manage/reference/analytics-database.html</a:t>
            </a:r>
            <a:endParaRPr sz="1100">
              <a:solidFill>
                <a:srgbClr val="666666"/>
              </a:solidFill>
              <a:latin typeface="Rubik"/>
              <a:ea typeface="Rubik"/>
              <a:cs typeface="Rubik"/>
              <a:sym typeface="Rubik"/>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1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400"/>
              <a:t>Analytics Database Selection Criteria</a:t>
            </a:r>
            <a:endParaRPr sz="2400"/>
          </a:p>
        </p:txBody>
      </p:sp>
      <p:sp>
        <p:nvSpPr>
          <p:cNvPr id="117" name="Google Shape;117;p19"/>
          <p:cNvSpPr txBox="1"/>
          <p:nvPr>
            <p:ph idx="1" type="body"/>
          </p:nvPr>
        </p:nvSpPr>
        <p:spPr>
          <a:xfrm>
            <a:off x="3856425" y="1313925"/>
            <a:ext cx="3976800" cy="35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100"/>
              <a:t>Open source license</a:t>
            </a:r>
            <a:br>
              <a:rPr lang="en" sz="1100"/>
            </a:br>
            <a:endParaRPr sz="1100"/>
          </a:p>
          <a:p>
            <a:pPr indent="0" lvl="0" marL="0" rtl="0" algn="l">
              <a:spcBef>
                <a:spcPts val="0"/>
              </a:spcBef>
              <a:spcAft>
                <a:spcPts val="0"/>
              </a:spcAft>
              <a:buNone/>
            </a:pPr>
            <a:r>
              <a:rPr lang="en" sz="1100"/>
              <a:t>Widely adopted with strong community</a:t>
            </a:r>
            <a:endParaRPr sz="1100"/>
          </a:p>
          <a:p>
            <a:pPr indent="0" lvl="0" marL="0" rtl="0" algn="l">
              <a:spcBef>
                <a:spcPts val="0"/>
              </a:spcBef>
              <a:spcAft>
                <a:spcPts val="0"/>
              </a:spcAft>
              <a:buNone/>
            </a:pPr>
            <a:br>
              <a:rPr lang="en" sz="1100"/>
            </a:br>
            <a:r>
              <a:rPr lang="en" sz="1100"/>
              <a:t>High performance and high concurrency query engine</a:t>
            </a:r>
            <a:endParaRPr sz="1100"/>
          </a:p>
          <a:p>
            <a:pPr indent="0" lvl="0" marL="0" rtl="0" algn="l">
              <a:spcBef>
                <a:spcPts val="0"/>
              </a:spcBef>
              <a:spcAft>
                <a:spcPts val="0"/>
              </a:spcAft>
              <a:buNone/>
            </a:pPr>
            <a:r>
              <a:t/>
            </a:r>
            <a:endParaRPr sz="1100"/>
          </a:p>
          <a:p>
            <a:pPr indent="0" lvl="0" marL="0" rtl="0" algn="l">
              <a:spcBef>
                <a:spcPts val="0"/>
              </a:spcBef>
              <a:spcAft>
                <a:spcPts val="0"/>
              </a:spcAft>
              <a:buNone/>
            </a:pPr>
            <a:r>
              <a:rPr lang="en" sz="1100"/>
              <a:t>Transparent horizontal scalability</a:t>
            </a:r>
            <a:endParaRPr sz="1100"/>
          </a:p>
          <a:p>
            <a:pPr indent="0" lvl="0" marL="0" rtl="0" algn="l">
              <a:spcBef>
                <a:spcPts val="0"/>
              </a:spcBef>
              <a:spcAft>
                <a:spcPts val="0"/>
              </a:spcAft>
              <a:buNone/>
            </a:pPr>
            <a:br>
              <a:rPr lang="en" sz="1100"/>
            </a:br>
            <a:r>
              <a:rPr lang="en" sz="1100"/>
              <a:t>Comprehensive SQL support</a:t>
            </a:r>
            <a:endParaRPr sz="1100"/>
          </a:p>
          <a:p>
            <a:pPr indent="0" lvl="0" marL="0" rtl="0" algn="l">
              <a:spcBef>
                <a:spcPts val="0"/>
              </a:spcBef>
              <a:spcAft>
                <a:spcPts val="0"/>
              </a:spcAft>
              <a:buNone/>
            </a:pPr>
            <a:r>
              <a:t/>
            </a:r>
            <a:endParaRPr sz="1100"/>
          </a:p>
          <a:p>
            <a:pPr indent="0" lvl="0" marL="0" rtl="0" algn="l">
              <a:spcBef>
                <a:spcPts val="0"/>
              </a:spcBef>
              <a:spcAft>
                <a:spcPts val="0"/>
              </a:spcAft>
              <a:buNone/>
            </a:pPr>
            <a:r>
              <a:rPr lang="en" sz="1100"/>
              <a:t>JDBC</a:t>
            </a:r>
            <a:r>
              <a:rPr lang="en" sz="1100"/>
              <a:t> driver and PostgreSQL integration</a:t>
            </a:r>
            <a:endParaRPr sz="1100"/>
          </a:p>
          <a:p>
            <a:pPr indent="0" lvl="0" marL="0" rtl="0" algn="l">
              <a:spcBef>
                <a:spcPts val="0"/>
              </a:spcBef>
              <a:spcAft>
                <a:spcPts val="0"/>
              </a:spcAft>
              <a:buNone/>
            </a:pPr>
            <a:r>
              <a:t/>
            </a:r>
            <a:endParaRPr sz="1100"/>
          </a:p>
          <a:p>
            <a:pPr indent="0" lvl="0" marL="0" rtl="0" algn="l">
              <a:spcBef>
                <a:spcPts val="0"/>
              </a:spcBef>
              <a:spcAft>
                <a:spcPts val="0"/>
              </a:spcAft>
              <a:buNone/>
            </a:pPr>
            <a:r>
              <a:rPr lang="en" sz="1100"/>
              <a:t>On-premise version</a:t>
            </a:r>
            <a:br>
              <a:rPr lang="en" sz="1100"/>
            </a:br>
            <a:endParaRPr sz="1100"/>
          </a:p>
          <a:p>
            <a:pPr indent="0" lvl="0" marL="0" rtl="0" algn="l">
              <a:spcBef>
                <a:spcPts val="0"/>
              </a:spcBef>
              <a:spcAft>
                <a:spcPts val="0"/>
              </a:spcAft>
              <a:buNone/>
            </a:pPr>
            <a:r>
              <a:rPr lang="en" sz="1100"/>
              <a:t>Well-documented installation process</a:t>
            </a:r>
            <a:endParaRPr sz="1100"/>
          </a:p>
        </p:txBody>
      </p:sp>
      <p:pic>
        <p:nvPicPr>
          <p:cNvPr descr="Selection criteria for a database. Completely white background #FFFFFF." id="118" name="Google Shape;118;p19"/>
          <p:cNvPicPr preferRelativeResize="0"/>
          <p:nvPr/>
        </p:nvPicPr>
        <p:blipFill>
          <a:blip r:embed="rId3">
            <a:alphaModFix/>
          </a:blip>
          <a:stretch>
            <a:fillRect/>
          </a:stretch>
        </p:blipFill>
        <p:spPr>
          <a:xfrm>
            <a:off x="845600" y="1313925"/>
            <a:ext cx="2391075" cy="23910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7">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7">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7">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7">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7">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7">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7">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7">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7">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7">
                                            <p:txEl>
                                              <p:pRg end="10" st="10"/>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2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2400"/>
              <a:t>Analytics Database Candidates</a:t>
            </a:r>
            <a:endParaRPr sz="2400"/>
          </a:p>
        </p:txBody>
      </p:sp>
      <p:pic>
        <p:nvPicPr>
          <p:cNvPr id="124" name="Google Shape;124;p20"/>
          <p:cNvPicPr preferRelativeResize="0"/>
          <p:nvPr/>
        </p:nvPicPr>
        <p:blipFill>
          <a:blip r:embed="rId3">
            <a:alphaModFix/>
          </a:blip>
          <a:stretch>
            <a:fillRect/>
          </a:stretch>
        </p:blipFill>
        <p:spPr>
          <a:xfrm>
            <a:off x="1502375" y="1672775"/>
            <a:ext cx="770325" cy="685925"/>
          </a:xfrm>
          <a:prstGeom prst="rect">
            <a:avLst/>
          </a:prstGeom>
          <a:noFill/>
          <a:ln>
            <a:noFill/>
          </a:ln>
        </p:spPr>
      </p:pic>
      <p:pic>
        <p:nvPicPr>
          <p:cNvPr id="125" name="Google Shape;125;p20"/>
          <p:cNvPicPr preferRelativeResize="0"/>
          <p:nvPr/>
        </p:nvPicPr>
        <p:blipFill>
          <a:blip r:embed="rId4">
            <a:alphaModFix/>
          </a:blip>
          <a:stretch>
            <a:fillRect/>
          </a:stretch>
        </p:blipFill>
        <p:spPr>
          <a:xfrm>
            <a:off x="1454950" y="3132426"/>
            <a:ext cx="794250" cy="794225"/>
          </a:xfrm>
          <a:prstGeom prst="rect">
            <a:avLst/>
          </a:prstGeom>
          <a:noFill/>
          <a:ln>
            <a:noFill/>
          </a:ln>
        </p:spPr>
      </p:pic>
      <p:pic>
        <p:nvPicPr>
          <p:cNvPr id="126" name="Google Shape;126;p20"/>
          <p:cNvPicPr preferRelativeResize="0"/>
          <p:nvPr/>
        </p:nvPicPr>
        <p:blipFill>
          <a:blip r:embed="rId5">
            <a:alphaModFix/>
          </a:blip>
          <a:stretch>
            <a:fillRect/>
          </a:stretch>
        </p:blipFill>
        <p:spPr>
          <a:xfrm>
            <a:off x="4889845" y="1672775"/>
            <a:ext cx="910567" cy="685925"/>
          </a:xfrm>
          <a:prstGeom prst="rect">
            <a:avLst/>
          </a:prstGeom>
          <a:noFill/>
          <a:ln>
            <a:noFill/>
          </a:ln>
        </p:spPr>
      </p:pic>
      <p:pic>
        <p:nvPicPr>
          <p:cNvPr id="127" name="Google Shape;127;p20"/>
          <p:cNvPicPr preferRelativeResize="0"/>
          <p:nvPr/>
        </p:nvPicPr>
        <p:blipFill>
          <a:blip r:embed="rId6">
            <a:alphaModFix/>
          </a:blip>
          <a:stretch>
            <a:fillRect/>
          </a:stretch>
        </p:blipFill>
        <p:spPr>
          <a:xfrm>
            <a:off x="4865124" y="3049525"/>
            <a:ext cx="960050" cy="960050"/>
          </a:xfrm>
          <a:prstGeom prst="rect">
            <a:avLst/>
          </a:prstGeom>
          <a:noFill/>
          <a:ln>
            <a:noFill/>
          </a:ln>
        </p:spPr>
      </p:pic>
      <p:sp>
        <p:nvSpPr>
          <p:cNvPr id="128" name="Google Shape;128;p20"/>
          <p:cNvSpPr txBox="1"/>
          <p:nvPr/>
        </p:nvSpPr>
        <p:spPr>
          <a:xfrm>
            <a:off x="2515725" y="1782750"/>
            <a:ext cx="1687800" cy="499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500">
                <a:solidFill>
                  <a:srgbClr val="011529"/>
                </a:solidFill>
                <a:latin typeface="Rubik"/>
                <a:ea typeface="Rubik"/>
                <a:cs typeface="Rubik"/>
                <a:sym typeface="Rubik"/>
              </a:rPr>
              <a:t>ClickHouse</a:t>
            </a:r>
            <a:endParaRPr sz="1500">
              <a:solidFill>
                <a:srgbClr val="011529"/>
              </a:solidFill>
              <a:latin typeface="Rubik"/>
              <a:ea typeface="Rubik"/>
              <a:cs typeface="Rubik"/>
              <a:sym typeface="Rubik"/>
            </a:endParaRPr>
          </a:p>
        </p:txBody>
      </p:sp>
      <p:sp>
        <p:nvSpPr>
          <p:cNvPr id="129" name="Google Shape;129;p20"/>
          <p:cNvSpPr txBox="1"/>
          <p:nvPr/>
        </p:nvSpPr>
        <p:spPr>
          <a:xfrm>
            <a:off x="2515725" y="3279788"/>
            <a:ext cx="1687800" cy="499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500">
                <a:solidFill>
                  <a:srgbClr val="011529"/>
                </a:solidFill>
                <a:latin typeface="Rubik"/>
                <a:ea typeface="Rubik"/>
                <a:cs typeface="Rubik"/>
                <a:sym typeface="Rubik"/>
              </a:rPr>
              <a:t>Apache Doris</a:t>
            </a:r>
            <a:endParaRPr sz="1500">
              <a:solidFill>
                <a:srgbClr val="011529"/>
              </a:solidFill>
              <a:latin typeface="Rubik"/>
              <a:ea typeface="Rubik"/>
              <a:cs typeface="Rubik"/>
              <a:sym typeface="Rubik"/>
            </a:endParaRPr>
          </a:p>
        </p:txBody>
      </p:sp>
      <p:sp>
        <p:nvSpPr>
          <p:cNvPr id="130" name="Google Shape;130;p20"/>
          <p:cNvSpPr txBox="1"/>
          <p:nvPr/>
        </p:nvSpPr>
        <p:spPr>
          <a:xfrm>
            <a:off x="6137425" y="3279788"/>
            <a:ext cx="1687800" cy="499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500">
                <a:solidFill>
                  <a:srgbClr val="011529"/>
                </a:solidFill>
                <a:latin typeface="Rubik"/>
                <a:ea typeface="Rubik"/>
                <a:cs typeface="Rubik"/>
                <a:sym typeface="Rubik"/>
              </a:rPr>
              <a:t>DataBend</a:t>
            </a:r>
            <a:endParaRPr sz="1500">
              <a:solidFill>
                <a:srgbClr val="011529"/>
              </a:solidFill>
              <a:latin typeface="Rubik"/>
              <a:ea typeface="Rubik"/>
              <a:cs typeface="Rubik"/>
              <a:sym typeface="Rubik"/>
            </a:endParaRPr>
          </a:p>
        </p:txBody>
      </p:sp>
      <p:sp>
        <p:nvSpPr>
          <p:cNvPr id="131" name="Google Shape;131;p20"/>
          <p:cNvSpPr txBox="1"/>
          <p:nvPr/>
        </p:nvSpPr>
        <p:spPr>
          <a:xfrm>
            <a:off x="6137425" y="1782738"/>
            <a:ext cx="1687800" cy="499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500">
                <a:solidFill>
                  <a:srgbClr val="011529"/>
                </a:solidFill>
                <a:latin typeface="Rubik"/>
                <a:ea typeface="Rubik"/>
                <a:cs typeface="Rubik"/>
                <a:sym typeface="Rubik"/>
              </a:rPr>
              <a:t>Apache Druid</a:t>
            </a:r>
            <a:endParaRPr sz="1500">
              <a:solidFill>
                <a:srgbClr val="011529"/>
              </a:solidFill>
              <a:latin typeface="Rubik"/>
              <a:ea typeface="Rubik"/>
              <a:cs typeface="Rubik"/>
              <a:sym typeface="Rubik"/>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2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400"/>
              <a:t>Analytics Database </a:t>
            </a:r>
            <a:r>
              <a:rPr lang="en" sz="2400"/>
              <a:t>Performance </a:t>
            </a:r>
            <a:r>
              <a:rPr lang="en" sz="2400"/>
              <a:t>Architecture</a:t>
            </a:r>
            <a:endParaRPr sz="2400"/>
          </a:p>
        </p:txBody>
      </p:sp>
      <p:sp>
        <p:nvSpPr>
          <p:cNvPr id="137" name="Google Shape;137;p21"/>
          <p:cNvSpPr txBox="1"/>
          <p:nvPr>
            <p:ph idx="1" type="body"/>
          </p:nvPr>
        </p:nvSpPr>
        <p:spPr>
          <a:xfrm>
            <a:off x="3856425" y="1448175"/>
            <a:ext cx="3775200" cy="3380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100"/>
              <a:t>Columnar storage on disk</a:t>
            </a:r>
            <a:endParaRPr sz="1100"/>
          </a:p>
          <a:p>
            <a:pPr indent="0" lvl="0" marL="0" rtl="0" algn="l">
              <a:spcBef>
                <a:spcPts val="0"/>
              </a:spcBef>
              <a:spcAft>
                <a:spcPts val="0"/>
              </a:spcAft>
              <a:buNone/>
            </a:pPr>
            <a:r>
              <a:t/>
            </a:r>
            <a:endParaRPr sz="600"/>
          </a:p>
          <a:p>
            <a:pPr indent="0" lvl="0" marL="0" rtl="0" algn="l">
              <a:spcBef>
                <a:spcPts val="0"/>
              </a:spcBef>
              <a:spcAft>
                <a:spcPts val="0"/>
              </a:spcAft>
              <a:buNone/>
            </a:pPr>
            <a:r>
              <a:rPr lang="en" sz="1000"/>
              <a:t>	</a:t>
            </a:r>
            <a:r>
              <a:rPr lang="en" sz="1000"/>
              <a:t>Less data to read</a:t>
            </a:r>
            <a:endParaRPr sz="1000"/>
          </a:p>
          <a:p>
            <a:pPr indent="457200" lvl="0" marL="0" rtl="0" algn="l">
              <a:spcBef>
                <a:spcPts val="0"/>
              </a:spcBef>
              <a:spcAft>
                <a:spcPts val="0"/>
              </a:spcAft>
              <a:buNone/>
            </a:pPr>
            <a:r>
              <a:rPr lang="en" sz="1000"/>
              <a:t>Faster disk seeks and reads</a:t>
            </a:r>
            <a:endParaRPr sz="1000"/>
          </a:p>
          <a:p>
            <a:pPr indent="457200" lvl="0" marL="0" rtl="0" algn="l">
              <a:spcBef>
                <a:spcPts val="0"/>
              </a:spcBef>
              <a:spcAft>
                <a:spcPts val="0"/>
              </a:spcAft>
              <a:buNone/>
            </a:pPr>
            <a:r>
              <a:t/>
            </a:r>
            <a:endParaRPr sz="1000"/>
          </a:p>
          <a:p>
            <a:pPr indent="0" lvl="0" marL="0" rtl="0" algn="l">
              <a:spcBef>
                <a:spcPts val="0"/>
              </a:spcBef>
              <a:spcAft>
                <a:spcPts val="0"/>
              </a:spcAft>
              <a:buNone/>
            </a:pPr>
            <a:r>
              <a:rPr lang="en" sz="1100"/>
              <a:t>Data compression</a:t>
            </a:r>
            <a:endParaRPr sz="1100"/>
          </a:p>
          <a:p>
            <a:pPr indent="0" lvl="0" marL="0" rtl="0" algn="l">
              <a:spcBef>
                <a:spcPts val="0"/>
              </a:spcBef>
              <a:spcAft>
                <a:spcPts val="0"/>
              </a:spcAft>
              <a:buNone/>
            </a:pPr>
            <a:r>
              <a:t/>
            </a:r>
            <a:endParaRPr sz="600"/>
          </a:p>
          <a:p>
            <a:pPr indent="0" lvl="0" marL="0" rtl="0" algn="l">
              <a:spcBef>
                <a:spcPts val="0"/>
              </a:spcBef>
              <a:spcAft>
                <a:spcPts val="0"/>
              </a:spcAft>
              <a:buNone/>
            </a:pPr>
            <a:r>
              <a:rPr lang="en" sz="1000"/>
              <a:t>	Columns store similar data &gt; higher compression</a:t>
            </a:r>
            <a:endParaRPr sz="1000"/>
          </a:p>
          <a:p>
            <a:pPr indent="0" lvl="0" marL="0" rtl="0" algn="l">
              <a:spcBef>
                <a:spcPts val="0"/>
              </a:spcBef>
              <a:spcAft>
                <a:spcPts val="0"/>
              </a:spcAft>
              <a:buNone/>
            </a:pPr>
            <a:r>
              <a:t/>
            </a:r>
            <a:endParaRPr sz="1100"/>
          </a:p>
          <a:p>
            <a:pPr indent="0" lvl="0" marL="0" rtl="0" algn="l">
              <a:spcBef>
                <a:spcPts val="0"/>
              </a:spcBef>
              <a:spcAft>
                <a:spcPts val="0"/>
              </a:spcAft>
              <a:buNone/>
            </a:pPr>
            <a:r>
              <a:rPr lang="en" sz="1100"/>
              <a:t>Sorting on insert</a:t>
            </a:r>
            <a:endParaRPr sz="1100"/>
          </a:p>
          <a:p>
            <a:pPr indent="0" lvl="0" marL="0" rtl="0" algn="l">
              <a:spcBef>
                <a:spcPts val="0"/>
              </a:spcBef>
              <a:spcAft>
                <a:spcPts val="0"/>
              </a:spcAft>
              <a:buNone/>
            </a:pPr>
            <a:r>
              <a:t/>
            </a:r>
            <a:endParaRPr sz="600"/>
          </a:p>
          <a:p>
            <a:pPr indent="457200" lvl="0" marL="0" rtl="0" algn="l">
              <a:spcBef>
                <a:spcPts val="0"/>
              </a:spcBef>
              <a:spcAft>
                <a:spcPts val="0"/>
              </a:spcAft>
              <a:buNone/>
            </a:pPr>
            <a:r>
              <a:rPr lang="en" sz="1000"/>
              <a:t>Reduces disk reads</a:t>
            </a:r>
            <a:endParaRPr sz="1000"/>
          </a:p>
          <a:p>
            <a:pPr indent="0" lvl="0" marL="0" rtl="0" algn="l">
              <a:spcBef>
                <a:spcPts val="0"/>
              </a:spcBef>
              <a:spcAft>
                <a:spcPts val="0"/>
              </a:spcAft>
              <a:buNone/>
            </a:pPr>
            <a:r>
              <a:t/>
            </a:r>
            <a:endParaRPr sz="1100"/>
          </a:p>
          <a:p>
            <a:pPr indent="0" lvl="0" marL="0" rtl="0" algn="l">
              <a:spcBef>
                <a:spcPts val="0"/>
              </a:spcBef>
              <a:spcAft>
                <a:spcPts val="0"/>
              </a:spcAft>
              <a:buNone/>
            </a:pPr>
            <a:r>
              <a:rPr lang="en" sz="1100"/>
              <a:t>Parallelization</a:t>
            </a:r>
            <a:endParaRPr sz="1100"/>
          </a:p>
          <a:p>
            <a:pPr indent="0" lvl="0" marL="0" rtl="0" algn="l">
              <a:spcBef>
                <a:spcPts val="0"/>
              </a:spcBef>
              <a:spcAft>
                <a:spcPts val="0"/>
              </a:spcAft>
              <a:buNone/>
            </a:pPr>
            <a:r>
              <a:t/>
            </a:r>
            <a:endParaRPr sz="600"/>
          </a:p>
          <a:p>
            <a:pPr indent="0" lvl="0" marL="0" rtl="0" algn="l">
              <a:spcBef>
                <a:spcPts val="0"/>
              </a:spcBef>
              <a:spcAft>
                <a:spcPts val="0"/>
              </a:spcAft>
              <a:buNone/>
            </a:pPr>
            <a:r>
              <a:rPr lang="en" sz="1000"/>
              <a:t>	Reads data in parallel threads</a:t>
            </a:r>
            <a:endParaRPr sz="1000"/>
          </a:p>
          <a:p>
            <a:pPr indent="457200" lvl="0" marL="0" rtl="0" algn="l">
              <a:spcBef>
                <a:spcPts val="0"/>
              </a:spcBef>
              <a:spcAft>
                <a:spcPts val="0"/>
              </a:spcAft>
              <a:buNone/>
            </a:pPr>
            <a:r>
              <a:rPr lang="en" sz="1000"/>
              <a:t>Utilizes available CPU cores</a:t>
            </a:r>
            <a:endParaRPr sz="1000"/>
          </a:p>
          <a:p>
            <a:pPr indent="0" lvl="0" marL="0" rtl="0" algn="l">
              <a:spcBef>
                <a:spcPts val="0"/>
              </a:spcBef>
              <a:spcAft>
                <a:spcPts val="0"/>
              </a:spcAft>
              <a:buNone/>
            </a:pPr>
            <a:r>
              <a:rPr lang="en" sz="1000"/>
              <a:t>	</a:t>
            </a:r>
            <a:endParaRPr sz="1000"/>
          </a:p>
        </p:txBody>
      </p:sp>
      <p:pic>
        <p:nvPicPr>
          <p:cNvPr id="138" name="Google Shape;138;p21"/>
          <p:cNvPicPr preferRelativeResize="0"/>
          <p:nvPr/>
        </p:nvPicPr>
        <p:blipFill>
          <a:blip r:embed="rId3">
            <a:alphaModFix/>
          </a:blip>
          <a:stretch>
            <a:fillRect/>
          </a:stretch>
        </p:blipFill>
        <p:spPr>
          <a:xfrm>
            <a:off x="1532650" y="1528916"/>
            <a:ext cx="770325" cy="685925"/>
          </a:xfrm>
          <a:prstGeom prst="rect">
            <a:avLst/>
          </a:prstGeom>
          <a:noFill/>
          <a:ln>
            <a:noFill/>
          </a:ln>
        </p:spPr>
      </p:pic>
      <p:pic>
        <p:nvPicPr>
          <p:cNvPr id="139" name="Google Shape;139;p21"/>
          <p:cNvPicPr preferRelativeResize="0"/>
          <p:nvPr/>
        </p:nvPicPr>
        <p:blipFill>
          <a:blip r:embed="rId4">
            <a:alphaModFix/>
          </a:blip>
          <a:stretch>
            <a:fillRect/>
          </a:stretch>
        </p:blipFill>
        <p:spPr>
          <a:xfrm>
            <a:off x="1405604" y="3008742"/>
            <a:ext cx="794250" cy="794225"/>
          </a:xfrm>
          <a:prstGeom prst="rect">
            <a:avLst/>
          </a:prstGeom>
          <a:noFill/>
          <a:ln>
            <a:noFill/>
          </a:ln>
        </p:spPr>
      </p:pic>
      <p:sp>
        <p:nvSpPr>
          <p:cNvPr id="140" name="Google Shape;140;p21"/>
          <p:cNvSpPr txBox="1"/>
          <p:nvPr/>
        </p:nvSpPr>
        <p:spPr>
          <a:xfrm>
            <a:off x="1451000" y="2370617"/>
            <a:ext cx="1148100" cy="377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solidFill>
                  <a:srgbClr val="011529"/>
                </a:solidFill>
                <a:latin typeface="Rubik"/>
                <a:ea typeface="Rubik"/>
                <a:cs typeface="Rubik"/>
                <a:sym typeface="Rubik"/>
              </a:rPr>
              <a:t>ClickHouse</a:t>
            </a:r>
            <a:endParaRPr sz="1100">
              <a:solidFill>
                <a:srgbClr val="011529"/>
              </a:solidFill>
              <a:latin typeface="Rubik"/>
              <a:ea typeface="Rubik"/>
              <a:cs typeface="Rubik"/>
              <a:sym typeface="Rubik"/>
            </a:endParaRPr>
          </a:p>
        </p:txBody>
      </p:sp>
      <p:sp>
        <p:nvSpPr>
          <p:cNvPr id="141" name="Google Shape;141;p21"/>
          <p:cNvSpPr txBox="1"/>
          <p:nvPr/>
        </p:nvSpPr>
        <p:spPr>
          <a:xfrm>
            <a:off x="1451000" y="3865342"/>
            <a:ext cx="1148100" cy="377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solidFill>
                  <a:srgbClr val="011529"/>
                </a:solidFill>
                <a:latin typeface="Rubik"/>
                <a:ea typeface="Rubik"/>
                <a:cs typeface="Rubik"/>
                <a:sym typeface="Rubik"/>
              </a:rPr>
              <a:t>Apache Doris</a:t>
            </a:r>
            <a:endParaRPr sz="1100">
              <a:solidFill>
                <a:srgbClr val="011529"/>
              </a:solidFill>
              <a:latin typeface="Rubik"/>
              <a:ea typeface="Rubik"/>
              <a:cs typeface="Rubik"/>
              <a:sym typeface="Rubik"/>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7">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7">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7">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7">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7">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7">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7">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7">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7">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7">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7">
                                            <p:txEl>
                                              <p:pRg end="11" st="1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7">
                                            <p:txEl>
                                              <p:pRg end="12" st="1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7">
                                            <p:txEl>
                                              <p:pRg end="13" st="1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7">
                                            <p:txEl>
                                              <p:pRg end="14" st="1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7">
                                            <p:txEl>
                                              <p:pRg end="15" st="1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7">
                                            <p:txEl>
                                              <p:pRg end="16" st="1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7">
                                            <p:txEl>
                                              <p:pRg end="17" st="17"/>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22"/>
          <p:cNvSpPr txBox="1"/>
          <p:nvPr>
            <p:ph type="title"/>
          </p:nvPr>
        </p:nvSpPr>
        <p:spPr>
          <a:xfrm>
            <a:off x="311700" y="292625"/>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2200"/>
              <a:t>Gatling Benchmark on Doris ~28m Data Values</a:t>
            </a:r>
            <a:endParaRPr sz="2200"/>
          </a:p>
        </p:txBody>
      </p:sp>
      <p:pic>
        <p:nvPicPr>
          <p:cNvPr id="147" name="Google Shape;147;p22" title="perf4.png"/>
          <p:cNvPicPr preferRelativeResize="0"/>
          <p:nvPr/>
        </p:nvPicPr>
        <p:blipFill>
          <a:blip r:embed="rId3">
            <a:alphaModFix/>
          </a:blip>
          <a:stretch>
            <a:fillRect/>
          </a:stretch>
        </p:blipFill>
        <p:spPr>
          <a:xfrm>
            <a:off x="134300" y="1062550"/>
            <a:ext cx="8875401" cy="3856376"/>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23"/>
          <p:cNvSpPr txBox="1"/>
          <p:nvPr>
            <p:ph type="title"/>
          </p:nvPr>
        </p:nvSpPr>
        <p:spPr>
          <a:xfrm>
            <a:off x="311700" y="292625"/>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2200"/>
              <a:t>Benchmark on </a:t>
            </a:r>
            <a:r>
              <a:rPr lang="en" sz="2200"/>
              <a:t>PEPFAR DB ~330m Data Values</a:t>
            </a:r>
            <a:endParaRPr sz="2200"/>
          </a:p>
        </p:txBody>
      </p:sp>
      <p:pic>
        <p:nvPicPr>
          <p:cNvPr id="153" name="Google Shape;153;p23" title="Analytics API - Query Response Times - Global Users (3).png"/>
          <p:cNvPicPr preferRelativeResize="0"/>
          <p:nvPr/>
        </p:nvPicPr>
        <p:blipFill>
          <a:blip r:embed="rId3">
            <a:alphaModFix/>
          </a:blip>
          <a:stretch>
            <a:fillRect/>
          </a:stretch>
        </p:blipFill>
        <p:spPr>
          <a:xfrm>
            <a:off x="730851" y="865325"/>
            <a:ext cx="7682298" cy="4125776"/>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2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Status - June 2026</a:t>
            </a:r>
            <a:endParaRPr/>
          </a:p>
        </p:txBody>
      </p:sp>
      <p:sp>
        <p:nvSpPr>
          <p:cNvPr id="159" name="Google Shape;159;p24"/>
          <p:cNvSpPr txBox="1"/>
          <p:nvPr>
            <p:ph idx="1" type="body"/>
          </p:nvPr>
        </p:nvSpPr>
        <p:spPr>
          <a:xfrm>
            <a:off x="3951975" y="1542147"/>
            <a:ext cx="4515900" cy="2142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b="1" lang="en" sz="1200"/>
              <a:t>2.42</a:t>
            </a:r>
            <a:r>
              <a:rPr lang="en" sz="1200"/>
              <a:t> - May 2025: Aggregate data and event analytics</a:t>
            </a:r>
            <a:endParaRPr sz="1200"/>
          </a:p>
          <a:p>
            <a:pPr indent="0" lvl="0" marL="0" rtl="0" algn="l">
              <a:spcBef>
                <a:spcPts val="0"/>
              </a:spcBef>
              <a:spcAft>
                <a:spcPts val="0"/>
              </a:spcAft>
              <a:buClr>
                <a:schemeClr val="dk1"/>
              </a:buClr>
              <a:buSzPts val="1100"/>
              <a:buFont typeface="Arial"/>
              <a:buNone/>
            </a:pPr>
            <a:r>
              <a:t/>
            </a:r>
            <a:endParaRPr sz="1200"/>
          </a:p>
          <a:p>
            <a:pPr indent="0" lvl="0" marL="0" rtl="0" algn="l">
              <a:spcBef>
                <a:spcPts val="0"/>
              </a:spcBef>
              <a:spcAft>
                <a:spcPts val="0"/>
              </a:spcAft>
              <a:buClr>
                <a:schemeClr val="dk1"/>
              </a:buClr>
              <a:buSzPts val="1100"/>
              <a:buFont typeface="Arial"/>
              <a:buNone/>
            </a:pPr>
            <a:r>
              <a:rPr b="1" lang="en" sz="1200"/>
              <a:t>2.43 </a:t>
            </a:r>
            <a:r>
              <a:rPr lang="en" sz="1200"/>
              <a:t>- May 2026: Enrollment and tracker analytics</a:t>
            </a:r>
            <a:endParaRPr sz="1200"/>
          </a:p>
          <a:p>
            <a:pPr indent="0" lvl="0" marL="0" rtl="0" algn="l">
              <a:spcBef>
                <a:spcPts val="0"/>
              </a:spcBef>
              <a:spcAft>
                <a:spcPts val="0"/>
              </a:spcAft>
              <a:buClr>
                <a:schemeClr val="dk1"/>
              </a:buClr>
              <a:buSzPts val="1100"/>
              <a:buFont typeface="Arial"/>
              <a:buNone/>
            </a:pPr>
            <a:r>
              <a:t/>
            </a:r>
            <a:endParaRPr sz="1200"/>
          </a:p>
          <a:p>
            <a:pPr indent="0" lvl="0" marL="0" rtl="0" algn="l">
              <a:spcBef>
                <a:spcPts val="0"/>
              </a:spcBef>
              <a:spcAft>
                <a:spcPts val="0"/>
              </a:spcAft>
              <a:buClr>
                <a:schemeClr val="dk1"/>
              </a:buClr>
              <a:buSzPts val="1100"/>
              <a:buFont typeface="Arial"/>
              <a:buNone/>
            </a:pPr>
            <a:r>
              <a:rPr lang="en" sz="1200"/>
              <a:t>Full automated test suite for Apache Doris and ClickHouse</a:t>
            </a:r>
            <a:endParaRPr sz="1200"/>
          </a:p>
          <a:p>
            <a:pPr indent="0" lvl="0" marL="0" rtl="0" algn="l">
              <a:spcBef>
                <a:spcPts val="0"/>
              </a:spcBef>
              <a:spcAft>
                <a:spcPts val="0"/>
              </a:spcAft>
              <a:buClr>
                <a:schemeClr val="dk1"/>
              </a:buClr>
              <a:buSzPts val="1100"/>
              <a:buFont typeface="Arial"/>
              <a:buNone/>
            </a:pPr>
            <a:r>
              <a:t/>
            </a:r>
            <a:endParaRPr sz="1200"/>
          </a:p>
          <a:p>
            <a:pPr indent="0" lvl="0" marL="0" rtl="0" algn="l">
              <a:spcBef>
                <a:spcPts val="0"/>
              </a:spcBef>
              <a:spcAft>
                <a:spcPts val="0"/>
              </a:spcAft>
              <a:buClr>
                <a:schemeClr val="dk1"/>
              </a:buClr>
              <a:buSzPts val="1100"/>
              <a:buFont typeface="Arial"/>
              <a:buNone/>
            </a:pPr>
            <a:r>
              <a:rPr lang="en" sz="1200"/>
              <a:t>Thorough testing in test environments</a:t>
            </a:r>
            <a:endParaRPr sz="1200"/>
          </a:p>
          <a:p>
            <a:pPr indent="0" lvl="0" marL="0" rtl="0" algn="l">
              <a:spcBef>
                <a:spcPts val="0"/>
              </a:spcBef>
              <a:spcAft>
                <a:spcPts val="0"/>
              </a:spcAft>
              <a:buClr>
                <a:schemeClr val="dk1"/>
              </a:buClr>
              <a:buSzPts val="1100"/>
              <a:buFont typeface="Arial"/>
              <a:buNone/>
            </a:pPr>
            <a:r>
              <a:t/>
            </a:r>
            <a:endParaRPr sz="1200"/>
          </a:p>
          <a:p>
            <a:pPr indent="0" lvl="0" marL="0" rtl="0" algn="l">
              <a:spcBef>
                <a:spcPts val="0"/>
              </a:spcBef>
              <a:spcAft>
                <a:spcPts val="0"/>
              </a:spcAft>
              <a:buClr>
                <a:schemeClr val="dk1"/>
              </a:buClr>
              <a:buSzPts val="1100"/>
              <a:buFont typeface="Arial"/>
              <a:buNone/>
            </a:pPr>
            <a:r>
              <a:rPr lang="en" sz="1200"/>
              <a:t>Production use with Uganda DHIS2 e-registry (EMR)</a:t>
            </a:r>
            <a:endParaRPr sz="1200"/>
          </a:p>
        </p:txBody>
      </p:sp>
      <p:pic>
        <p:nvPicPr>
          <p:cNvPr id="160" name="Google Shape;160;p24" title="Gemini_Generated_Image_cgel3cgel3cgel3c.png"/>
          <p:cNvPicPr preferRelativeResize="0"/>
          <p:nvPr/>
        </p:nvPicPr>
        <p:blipFill>
          <a:blip r:embed="rId3">
            <a:alphaModFix/>
          </a:blip>
          <a:stretch>
            <a:fillRect/>
          </a:stretch>
        </p:blipFill>
        <p:spPr>
          <a:xfrm flipH="1">
            <a:off x="1143651" y="1520850"/>
            <a:ext cx="1842424" cy="2207324"/>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2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Testing on Ghana HMIS (DHIMS2)</a:t>
            </a:r>
            <a:endParaRPr/>
          </a:p>
        </p:txBody>
      </p:sp>
      <p:sp>
        <p:nvSpPr>
          <p:cNvPr id="166" name="Google Shape;166;p25"/>
          <p:cNvSpPr txBox="1"/>
          <p:nvPr>
            <p:ph idx="1" type="body"/>
          </p:nvPr>
        </p:nvSpPr>
        <p:spPr>
          <a:xfrm>
            <a:off x="311700" y="1192775"/>
            <a:ext cx="4063500" cy="3185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300"/>
              <a:t>GHS facilitated an Apache Doris test server on a copy of HMIS data in their own infrastructure</a:t>
            </a:r>
            <a:endParaRPr sz="1300"/>
          </a:p>
          <a:p>
            <a:pPr indent="0" lvl="0" marL="0" rtl="0" algn="l">
              <a:spcBef>
                <a:spcPts val="0"/>
              </a:spcBef>
              <a:spcAft>
                <a:spcPts val="0"/>
              </a:spcAft>
              <a:buNone/>
            </a:pPr>
            <a:r>
              <a:t/>
            </a:r>
            <a:endParaRPr sz="1300"/>
          </a:p>
          <a:p>
            <a:pPr indent="0" lvl="0" marL="0" rtl="0" algn="l">
              <a:spcBef>
                <a:spcPts val="0"/>
              </a:spcBef>
              <a:spcAft>
                <a:spcPts val="0"/>
              </a:spcAft>
              <a:buNone/>
            </a:pPr>
            <a:r>
              <a:rPr lang="en" sz="1300"/>
              <a:t>Apache Doris installed on its own LXD container within the same virtual machine as DHIS2</a:t>
            </a:r>
            <a:endParaRPr sz="1300"/>
          </a:p>
          <a:p>
            <a:pPr indent="0" lvl="0" marL="0" rtl="0" algn="l">
              <a:spcBef>
                <a:spcPts val="0"/>
              </a:spcBef>
              <a:spcAft>
                <a:spcPts val="0"/>
              </a:spcAft>
              <a:buNone/>
            </a:pPr>
            <a:r>
              <a:t/>
            </a:r>
            <a:endParaRPr sz="1300"/>
          </a:p>
          <a:p>
            <a:pPr indent="0" lvl="0" marL="0" rtl="0" algn="l">
              <a:spcBef>
                <a:spcPts val="0"/>
              </a:spcBef>
              <a:spcAft>
                <a:spcPts val="0"/>
              </a:spcAft>
              <a:buNone/>
            </a:pPr>
            <a:r>
              <a:rPr lang="en" sz="1300"/>
              <a:t>Apache Doris playbook within dhis2-server-tools</a:t>
            </a:r>
            <a:endParaRPr sz="1300"/>
          </a:p>
          <a:p>
            <a:pPr indent="0" lvl="0" marL="0" rtl="0" algn="l">
              <a:spcBef>
                <a:spcPts val="0"/>
              </a:spcBef>
              <a:spcAft>
                <a:spcPts val="0"/>
              </a:spcAft>
              <a:buNone/>
            </a:pPr>
            <a:r>
              <a:t/>
            </a:r>
            <a:endParaRPr sz="1300"/>
          </a:p>
          <a:p>
            <a:pPr indent="0" lvl="0" marL="0" rtl="0" algn="l">
              <a:spcBef>
                <a:spcPts val="0"/>
              </a:spcBef>
              <a:spcAft>
                <a:spcPts val="0"/>
              </a:spcAft>
              <a:buNone/>
            </a:pPr>
            <a:r>
              <a:rPr lang="en" sz="1300"/>
              <a:t>No Apache Doris tuning done</a:t>
            </a:r>
            <a:endParaRPr sz="1300"/>
          </a:p>
        </p:txBody>
      </p:sp>
      <p:pic>
        <p:nvPicPr>
          <p:cNvPr id="167" name="Google Shape;167;p25" title="SaveClip.App_565331590_18047274227655068_8372046228146711789_n.jpg"/>
          <p:cNvPicPr preferRelativeResize="0"/>
          <p:nvPr/>
        </p:nvPicPr>
        <p:blipFill>
          <a:blip r:embed="rId3">
            <a:alphaModFix/>
          </a:blip>
          <a:stretch>
            <a:fillRect/>
          </a:stretch>
        </p:blipFill>
        <p:spPr>
          <a:xfrm>
            <a:off x="5345680" y="1302925"/>
            <a:ext cx="2752300" cy="2919276"/>
          </a:xfrm>
          <a:prstGeom prst="rect">
            <a:avLst/>
          </a:prstGeom>
          <a:noFill/>
          <a:ln>
            <a:noFill/>
          </a:ln>
        </p:spPr>
      </p:pic>
      <p:sp>
        <p:nvSpPr>
          <p:cNvPr id="168" name="Google Shape;168;p25"/>
          <p:cNvSpPr txBox="1"/>
          <p:nvPr/>
        </p:nvSpPr>
        <p:spPr>
          <a:xfrm>
            <a:off x="5616925" y="4280750"/>
            <a:ext cx="2481000" cy="483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i="1" lang="en" sz="900">
                <a:solidFill>
                  <a:srgbClr val="011529"/>
                </a:solidFill>
                <a:latin typeface="Rubik"/>
                <a:ea typeface="Rubik"/>
                <a:cs typeface="Rubik"/>
                <a:sym typeface="Rubik"/>
              </a:rPr>
              <a:t>Ghanaians celebrating finally having better performance</a:t>
            </a:r>
            <a:endParaRPr i="1" sz="900">
              <a:solidFill>
                <a:srgbClr val="011529"/>
              </a:solidFill>
              <a:latin typeface="Rubik"/>
              <a:ea typeface="Rubik"/>
              <a:cs typeface="Rubik"/>
              <a:sym typeface="Rubik"/>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2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Benchmark Method</a:t>
            </a:r>
            <a:endParaRPr/>
          </a:p>
        </p:txBody>
      </p:sp>
      <p:sp>
        <p:nvSpPr>
          <p:cNvPr id="174" name="Google Shape;174;p26"/>
          <p:cNvSpPr txBox="1"/>
          <p:nvPr>
            <p:ph idx="1" type="body"/>
          </p:nvPr>
        </p:nvSpPr>
        <p:spPr>
          <a:xfrm>
            <a:off x="311700" y="1346275"/>
            <a:ext cx="4259700" cy="3031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300"/>
              <a:t>A collection of 24 hours analytics requests extracted from copy of the actual access logs on the production server</a:t>
            </a:r>
            <a:endParaRPr sz="1300"/>
          </a:p>
          <a:p>
            <a:pPr indent="0" lvl="0" marL="0" rtl="0" algn="l">
              <a:spcBef>
                <a:spcPts val="0"/>
              </a:spcBef>
              <a:spcAft>
                <a:spcPts val="0"/>
              </a:spcAft>
              <a:buNone/>
            </a:pPr>
            <a:r>
              <a:t/>
            </a:r>
            <a:endParaRPr sz="1300"/>
          </a:p>
          <a:p>
            <a:pPr indent="0" lvl="0" marL="0" rtl="0" algn="l">
              <a:spcBef>
                <a:spcPts val="0"/>
              </a:spcBef>
              <a:spcAft>
                <a:spcPts val="0"/>
              </a:spcAft>
              <a:buNone/>
            </a:pPr>
            <a:r>
              <a:rPr lang="en" sz="1300"/>
              <a:t>Requests were replayed to the test system with and without Doris and results compared</a:t>
            </a:r>
            <a:endParaRPr sz="1300"/>
          </a:p>
        </p:txBody>
      </p:sp>
      <p:pic>
        <p:nvPicPr>
          <p:cNvPr id="175" name="Google Shape;175;p26"/>
          <p:cNvPicPr preferRelativeResize="0"/>
          <p:nvPr/>
        </p:nvPicPr>
        <p:blipFill>
          <a:blip r:embed="rId3">
            <a:alphaModFix/>
          </a:blip>
          <a:stretch>
            <a:fillRect/>
          </a:stretch>
        </p:blipFill>
        <p:spPr>
          <a:xfrm>
            <a:off x="6256774" y="1034761"/>
            <a:ext cx="945600" cy="975525"/>
          </a:xfrm>
          <a:prstGeom prst="rect">
            <a:avLst/>
          </a:prstGeom>
          <a:noFill/>
          <a:ln>
            <a:noFill/>
          </a:ln>
        </p:spPr>
      </p:pic>
      <p:pic>
        <p:nvPicPr>
          <p:cNvPr id="176" name="Google Shape;176;p26"/>
          <p:cNvPicPr preferRelativeResize="0"/>
          <p:nvPr/>
        </p:nvPicPr>
        <p:blipFill>
          <a:blip r:embed="rId3">
            <a:alphaModFix/>
          </a:blip>
          <a:stretch>
            <a:fillRect/>
          </a:stretch>
        </p:blipFill>
        <p:spPr>
          <a:xfrm>
            <a:off x="5311174" y="3043624"/>
            <a:ext cx="945600" cy="975525"/>
          </a:xfrm>
          <a:prstGeom prst="rect">
            <a:avLst/>
          </a:prstGeom>
          <a:noFill/>
          <a:ln>
            <a:noFill/>
          </a:ln>
        </p:spPr>
      </p:pic>
      <p:pic>
        <p:nvPicPr>
          <p:cNvPr id="177" name="Google Shape;177;p26"/>
          <p:cNvPicPr preferRelativeResize="0"/>
          <p:nvPr/>
        </p:nvPicPr>
        <p:blipFill>
          <a:blip r:embed="rId4">
            <a:alphaModFix/>
          </a:blip>
          <a:stretch>
            <a:fillRect/>
          </a:stretch>
        </p:blipFill>
        <p:spPr>
          <a:xfrm>
            <a:off x="6563725" y="3180600"/>
            <a:ext cx="572700" cy="572700"/>
          </a:xfrm>
          <a:prstGeom prst="rect">
            <a:avLst/>
          </a:prstGeom>
          <a:noFill/>
          <a:ln>
            <a:noFill/>
          </a:ln>
        </p:spPr>
      </p:pic>
      <p:pic>
        <p:nvPicPr>
          <p:cNvPr id="178" name="Google Shape;178;p26"/>
          <p:cNvPicPr preferRelativeResize="0"/>
          <p:nvPr/>
        </p:nvPicPr>
        <p:blipFill>
          <a:blip r:embed="rId5">
            <a:alphaModFix/>
          </a:blip>
          <a:stretch>
            <a:fillRect/>
          </a:stretch>
        </p:blipFill>
        <p:spPr>
          <a:xfrm>
            <a:off x="6377268" y="2027318"/>
            <a:ext cx="945600" cy="945600"/>
          </a:xfrm>
          <a:prstGeom prst="rect">
            <a:avLst/>
          </a:prstGeom>
          <a:noFill/>
          <a:ln>
            <a:noFill/>
          </a:ln>
        </p:spPr>
      </p:pic>
      <p:pic>
        <p:nvPicPr>
          <p:cNvPr id="179" name="Google Shape;179;p26"/>
          <p:cNvPicPr preferRelativeResize="0"/>
          <p:nvPr/>
        </p:nvPicPr>
        <p:blipFill>
          <a:blip r:embed="rId6">
            <a:alphaModFix/>
          </a:blip>
          <a:stretch>
            <a:fillRect/>
          </a:stretch>
        </p:blipFill>
        <p:spPr>
          <a:xfrm>
            <a:off x="7394075" y="3058600"/>
            <a:ext cx="945600" cy="94557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2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Ghana Benchmark Results</a:t>
            </a:r>
            <a:endParaRPr/>
          </a:p>
        </p:txBody>
      </p:sp>
      <p:sp>
        <p:nvSpPr>
          <p:cNvPr id="185" name="Google Shape;185;p27"/>
          <p:cNvSpPr txBox="1"/>
          <p:nvPr>
            <p:ph idx="1" type="body"/>
          </p:nvPr>
        </p:nvSpPr>
        <p:spPr>
          <a:xfrm>
            <a:off x="311700" y="1390775"/>
            <a:ext cx="7893600" cy="2987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300"/>
              <a:t>The DHIMS dashboards were already well set up - no pressing performance problems</a:t>
            </a:r>
            <a:endParaRPr sz="1300"/>
          </a:p>
          <a:p>
            <a:pPr indent="0" lvl="0" marL="0" rtl="0" algn="l">
              <a:spcBef>
                <a:spcPts val="0"/>
              </a:spcBef>
              <a:spcAft>
                <a:spcPts val="0"/>
              </a:spcAft>
              <a:buNone/>
            </a:pPr>
            <a:r>
              <a:t/>
            </a:r>
            <a:endParaRPr sz="1300"/>
          </a:p>
          <a:p>
            <a:pPr indent="0" lvl="0" marL="0" rtl="0" algn="l">
              <a:spcBef>
                <a:spcPts val="0"/>
              </a:spcBef>
              <a:spcAft>
                <a:spcPts val="0"/>
              </a:spcAft>
              <a:buNone/>
            </a:pPr>
            <a:r>
              <a:rPr lang="en" sz="1300"/>
              <a:t>No major speedup 90% of requests which were already fast, but the distribution was more compressed - no very slow requests</a:t>
            </a:r>
            <a:endParaRPr sz="1300"/>
          </a:p>
          <a:p>
            <a:pPr indent="0" lvl="0" marL="0" rtl="0" algn="l">
              <a:spcBef>
                <a:spcPts val="0"/>
              </a:spcBef>
              <a:spcAft>
                <a:spcPts val="0"/>
              </a:spcAft>
              <a:buNone/>
            </a:pPr>
            <a:r>
              <a:t/>
            </a:r>
            <a:endParaRPr sz="1300"/>
          </a:p>
          <a:p>
            <a:pPr indent="0" lvl="0" marL="0" rtl="0" algn="l">
              <a:spcBef>
                <a:spcPts val="0"/>
              </a:spcBef>
              <a:spcAft>
                <a:spcPts val="0"/>
              </a:spcAft>
              <a:buNone/>
            </a:pPr>
            <a:r>
              <a:rPr lang="en" sz="1300"/>
              <a:t>30’000 requests were returning the same result - a small number needed to be investigated</a:t>
            </a:r>
            <a:endParaRPr sz="1300"/>
          </a:p>
          <a:p>
            <a:pPr indent="0" lvl="0" marL="0" rtl="0" algn="l">
              <a:spcBef>
                <a:spcPts val="0"/>
              </a:spcBef>
              <a:spcAft>
                <a:spcPts val="0"/>
              </a:spcAft>
              <a:buNone/>
            </a:pPr>
            <a:r>
              <a:t/>
            </a:r>
            <a:endParaRPr sz="1300"/>
          </a:p>
          <a:p>
            <a:pPr indent="0" lvl="0" marL="0" rtl="0" algn="l">
              <a:spcBef>
                <a:spcPts val="0"/>
              </a:spcBef>
              <a:spcAft>
                <a:spcPts val="0"/>
              </a:spcAft>
              <a:buNone/>
            </a:pPr>
            <a:r>
              <a:rPr lang="en" sz="1300"/>
              <a:t>Resource consumption load on the transactional system was substantially reduced</a:t>
            </a:r>
            <a:endParaRPr sz="1300"/>
          </a:p>
          <a:p>
            <a:pPr indent="0" lvl="0" marL="0" rtl="0" algn="l">
              <a:spcBef>
                <a:spcPts val="0"/>
              </a:spcBef>
              <a:spcAft>
                <a:spcPts val="0"/>
              </a:spcAft>
              <a:buNone/>
            </a:pPr>
            <a:r>
              <a:t/>
            </a:r>
            <a:endParaRPr sz="1300"/>
          </a:p>
          <a:p>
            <a:pPr indent="0" lvl="0" marL="0" rtl="0" algn="l">
              <a:spcBef>
                <a:spcPts val="0"/>
              </a:spcBef>
              <a:spcAft>
                <a:spcPts val="0"/>
              </a:spcAft>
              <a:buNone/>
            </a:pPr>
            <a:r>
              <a:rPr lang="en" sz="1300"/>
              <a:t>Analytics table generation time was reduced from 90 min to 47 min</a:t>
            </a:r>
            <a:endParaRPr sz="1300"/>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2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Conclusion from Ghana</a:t>
            </a:r>
            <a:endParaRPr/>
          </a:p>
        </p:txBody>
      </p:sp>
      <p:sp>
        <p:nvSpPr>
          <p:cNvPr id="191" name="Google Shape;191;p28"/>
          <p:cNvSpPr txBox="1"/>
          <p:nvPr>
            <p:ph idx="1" type="body"/>
          </p:nvPr>
        </p:nvSpPr>
        <p:spPr>
          <a:xfrm>
            <a:off x="311700" y="1236225"/>
            <a:ext cx="3999900" cy="3297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300"/>
              <a:t>There seems to be no downside in GHS adopting Apache Doris solution</a:t>
            </a:r>
            <a:endParaRPr sz="1300"/>
          </a:p>
          <a:p>
            <a:pPr indent="0" lvl="0" marL="0" rtl="0" algn="l">
              <a:spcBef>
                <a:spcPts val="0"/>
              </a:spcBef>
              <a:spcAft>
                <a:spcPts val="0"/>
              </a:spcAft>
              <a:buNone/>
            </a:pPr>
            <a:r>
              <a:t/>
            </a:r>
            <a:endParaRPr sz="1300"/>
          </a:p>
          <a:p>
            <a:pPr indent="0" lvl="0" marL="0" rtl="0" algn="l">
              <a:spcBef>
                <a:spcPts val="0"/>
              </a:spcBef>
              <a:spcAft>
                <a:spcPts val="0"/>
              </a:spcAft>
              <a:buNone/>
            </a:pPr>
            <a:r>
              <a:rPr lang="en" sz="1300"/>
              <a:t>Removal of the daily churn of analytics generation in the postgres database opens possibilities for:</a:t>
            </a:r>
            <a:br>
              <a:rPr lang="en" sz="1300"/>
            </a:br>
            <a:endParaRPr sz="1300"/>
          </a:p>
          <a:p>
            <a:pPr indent="-311150" lvl="0" marL="457200" rtl="0" algn="l">
              <a:spcBef>
                <a:spcPts val="0"/>
              </a:spcBef>
              <a:spcAft>
                <a:spcPts val="0"/>
              </a:spcAft>
              <a:buSzPts val="1300"/>
              <a:buAutoNum type="arabicPeriod"/>
            </a:pPr>
            <a:r>
              <a:rPr lang="en" sz="1300"/>
              <a:t>Simple database replication</a:t>
            </a:r>
            <a:endParaRPr sz="1300"/>
          </a:p>
          <a:p>
            <a:pPr indent="-311150" lvl="0" marL="457200" rtl="0" algn="l">
              <a:spcBef>
                <a:spcPts val="0"/>
              </a:spcBef>
              <a:spcAft>
                <a:spcPts val="0"/>
              </a:spcAft>
              <a:buSzPts val="1300"/>
              <a:buAutoNum type="arabicPeriod"/>
            </a:pPr>
            <a:r>
              <a:rPr lang="en" sz="1300"/>
              <a:t>Incremental database backups</a:t>
            </a:r>
            <a:endParaRPr sz="1300"/>
          </a:p>
          <a:p>
            <a:pPr indent="0" lvl="0" marL="0" rtl="0" algn="l">
              <a:spcBef>
                <a:spcPts val="0"/>
              </a:spcBef>
              <a:spcAft>
                <a:spcPts val="0"/>
              </a:spcAft>
              <a:buNone/>
            </a:pPr>
            <a:r>
              <a:t/>
            </a:r>
            <a:endParaRPr sz="1300"/>
          </a:p>
          <a:p>
            <a:pPr indent="0" lvl="0" marL="0" rtl="0" algn="l">
              <a:spcBef>
                <a:spcPts val="0"/>
              </a:spcBef>
              <a:spcAft>
                <a:spcPts val="0"/>
              </a:spcAft>
              <a:buNone/>
            </a:pPr>
            <a:r>
              <a:rPr lang="en" sz="1300"/>
              <a:t>It would be safe to add more ambitious dashboards with Apache Doris</a:t>
            </a:r>
            <a:endParaRPr sz="1300"/>
          </a:p>
        </p:txBody>
      </p:sp>
      <p:pic>
        <p:nvPicPr>
          <p:cNvPr id="192" name="Google Shape;192;p28"/>
          <p:cNvPicPr preferRelativeResize="0"/>
          <p:nvPr/>
        </p:nvPicPr>
        <p:blipFill rotWithShape="1">
          <a:blip r:embed="rId3">
            <a:alphaModFix/>
          </a:blip>
          <a:srcRect b="803" l="0" r="0" t="1263"/>
          <a:stretch/>
        </p:blipFill>
        <p:spPr>
          <a:xfrm>
            <a:off x="5018650" y="1313020"/>
            <a:ext cx="3643550" cy="264817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29"/>
          <p:cNvSpPr txBox="1"/>
          <p:nvPr>
            <p:ph idx="1" type="body"/>
          </p:nvPr>
        </p:nvSpPr>
        <p:spPr>
          <a:xfrm>
            <a:off x="649225" y="1372450"/>
            <a:ext cx="3684300" cy="29700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b="1" lang="en" sz="1100"/>
              <a:t>Is this in Jira?</a:t>
            </a:r>
            <a:endParaRPr b="1" sz="1100"/>
          </a:p>
          <a:p>
            <a:pPr indent="0" lvl="0" marL="0" rtl="0" algn="l">
              <a:spcBef>
                <a:spcPts val="0"/>
              </a:spcBef>
              <a:spcAft>
                <a:spcPts val="0"/>
              </a:spcAft>
              <a:buNone/>
            </a:pPr>
            <a:r>
              <a:rPr lang="en" sz="1100"/>
              <a:t>Apache Doris:   </a:t>
            </a:r>
            <a:r>
              <a:rPr lang="en" sz="1100" u="sng">
                <a:solidFill>
                  <a:schemeClr val="hlink"/>
                </a:solidFill>
                <a:hlinkClick r:id="rId3"/>
              </a:rPr>
              <a:t>DHIS2-16705</a:t>
            </a:r>
            <a:endParaRPr sz="1100"/>
          </a:p>
          <a:p>
            <a:pPr indent="0" lvl="0" marL="0" rtl="0" algn="l">
              <a:spcBef>
                <a:spcPts val="0"/>
              </a:spcBef>
              <a:spcAft>
                <a:spcPts val="0"/>
              </a:spcAft>
              <a:buNone/>
            </a:pPr>
            <a:r>
              <a:rPr lang="en" sz="1100"/>
              <a:t>ClickHouse:       </a:t>
            </a:r>
            <a:r>
              <a:rPr lang="en" sz="1100" u="sng">
                <a:solidFill>
                  <a:schemeClr val="hlink"/>
                </a:solidFill>
                <a:hlinkClick r:id="rId4"/>
              </a:rPr>
              <a:t>DHIS2-18417</a:t>
            </a:r>
            <a:endParaRPr sz="1100"/>
          </a:p>
          <a:p>
            <a:pPr indent="0" lvl="0" marL="0" rtl="0" algn="l">
              <a:spcBef>
                <a:spcPts val="0"/>
              </a:spcBef>
              <a:spcAft>
                <a:spcPts val="0"/>
              </a:spcAft>
              <a:buNone/>
            </a:pPr>
            <a:r>
              <a:t/>
            </a:r>
            <a:endParaRPr sz="1100"/>
          </a:p>
          <a:p>
            <a:pPr indent="0" lvl="0" marL="0" rtl="0" algn="l">
              <a:spcBef>
                <a:spcPts val="0"/>
              </a:spcBef>
              <a:spcAft>
                <a:spcPts val="0"/>
              </a:spcAft>
              <a:buNone/>
            </a:pPr>
            <a:r>
              <a:rPr b="1" lang="en" sz="1100"/>
              <a:t>How do we handle lack of PostGIS?</a:t>
            </a:r>
            <a:r>
              <a:rPr lang="en" sz="1100"/>
              <a:t> </a:t>
            </a:r>
            <a:endParaRPr sz="1100"/>
          </a:p>
          <a:p>
            <a:pPr indent="0" lvl="0" marL="0" rtl="0" algn="l">
              <a:spcBef>
                <a:spcPts val="0"/>
              </a:spcBef>
              <a:spcAft>
                <a:spcPts val="0"/>
              </a:spcAft>
              <a:buNone/>
            </a:pPr>
            <a:r>
              <a:rPr lang="en" sz="1100"/>
              <a:t>Event clustering is not supported due to lack of PostGIS. The API will return 409. Information will be made available in the API system info to allow web apps to show/hide features.</a:t>
            </a:r>
            <a:endParaRPr sz="1100"/>
          </a:p>
          <a:p>
            <a:pPr indent="0" lvl="0" marL="0" rtl="0" algn="l">
              <a:spcBef>
                <a:spcPts val="0"/>
              </a:spcBef>
              <a:spcAft>
                <a:spcPts val="0"/>
              </a:spcAft>
              <a:buNone/>
            </a:pPr>
            <a:r>
              <a:t/>
            </a:r>
            <a:endParaRPr sz="1100"/>
          </a:p>
          <a:p>
            <a:pPr indent="0" lvl="0" marL="0" rtl="0" algn="l">
              <a:lnSpc>
                <a:spcPct val="115000"/>
              </a:lnSpc>
              <a:spcBef>
                <a:spcPts val="0"/>
              </a:spcBef>
              <a:spcAft>
                <a:spcPts val="0"/>
              </a:spcAft>
              <a:buNone/>
            </a:pPr>
            <a:r>
              <a:rPr b="1" lang="en" sz="1100">
                <a:solidFill>
                  <a:schemeClr val="dk1"/>
                </a:solidFill>
              </a:rPr>
              <a:t>How do we roll this out?</a:t>
            </a:r>
            <a:endParaRPr b="1" sz="1100">
              <a:solidFill>
                <a:schemeClr val="dk1"/>
              </a:solidFill>
            </a:endParaRPr>
          </a:p>
          <a:p>
            <a:pPr indent="0" lvl="0" marL="0" rtl="0" algn="l">
              <a:lnSpc>
                <a:spcPct val="115000"/>
              </a:lnSpc>
              <a:spcBef>
                <a:spcPts val="0"/>
              </a:spcBef>
              <a:spcAft>
                <a:spcPts val="0"/>
              </a:spcAft>
              <a:buNone/>
            </a:pPr>
            <a:r>
              <a:rPr lang="en" sz="1100">
                <a:solidFill>
                  <a:schemeClr val="dk1"/>
                </a:solidFill>
              </a:rPr>
              <a:t>Build internal knowledge and experience with hosting Doris and ClickHouse in production environments. Create installation and hosting guidance.</a:t>
            </a:r>
            <a:endParaRPr sz="1100"/>
          </a:p>
        </p:txBody>
      </p:sp>
      <p:sp>
        <p:nvSpPr>
          <p:cNvPr id="198" name="Google Shape;198;p29"/>
          <p:cNvSpPr txBox="1"/>
          <p:nvPr>
            <p:ph idx="1" type="body"/>
          </p:nvPr>
        </p:nvSpPr>
        <p:spPr>
          <a:xfrm>
            <a:off x="4650775" y="1372450"/>
            <a:ext cx="3792900" cy="19794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b="1" lang="en" sz="1100"/>
              <a:t>Will Doris/ClickHouse be used for everything?</a:t>
            </a:r>
            <a:endParaRPr b="1" sz="1100"/>
          </a:p>
          <a:p>
            <a:pPr indent="0" lvl="0" marL="0" rtl="0" algn="l">
              <a:spcBef>
                <a:spcPts val="0"/>
              </a:spcBef>
              <a:spcAft>
                <a:spcPts val="0"/>
              </a:spcAft>
              <a:buClr>
                <a:schemeClr val="dk1"/>
              </a:buClr>
              <a:buSzPts val="1100"/>
              <a:buFont typeface="Arial"/>
              <a:buNone/>
            </a:pPr>
            <a:r>
              <a:rPr lang="en" sz="1100"/>
              <a:t>PostgreSQL remains as the transactional database, i.e. metadata and data remains in PostgreSQL. Doris / ClickHouse will be used for analytics tables only.</a:t>
            </a:r>
            <a:endParaRPr sz="1100"/>
          </a:p>
          <a:p>
            <a:pPr indent="0" lvl="0" marL="0" rtl="0" algn="l">
              <a:spcBef>
                <a:spcPts val="0"/>
              </a:spcBef>
              <a:spcAft>
                <a:spcPts val="0"/>
              </a:spcAft>
              <a:buNone/>
            </a:pPr>
            <a:r>
              <a:t/>
            </a:r>
            <a:endParaRPr sz="1100"/>
          </a:p>
          <a:p>
            <a:pPr indent="0" lvl="0" marL="0" rtl="0" algn="l">
              <a:spcBef>
                <a:spcPts val="0"/>
              </a:spcBef>
              <a:spcAft>
                <a:spcPts val="0"/>
              </a:spcAft>
              <a:buNone/>
            </a:pPr>
            <a:r>
              <a:rPr b="1" lang="en" sz="1100"/>
              <a:t>Are we locking ourselves to one database engine?</a:t>
            </a:r>
            <a:endParaRPr b="1" sz="1100"/>
          </a:p>
          <a:p>
            <a:pPr indent="0" lvl="0" marL="0" rtl="0" algn="l">
              <a:spcBef>
                <a:spcPts val="0"/>
              </a:spcBef>
              <a:spcAft>
                <a:spcPts val="0"/>
              </a:spcAft>
              <a:buNone/>
            </a:pPr>
            <a:r>
              <a:rPr lang="en" sz="1100"/>
              <a:t>With the new architecture, future analytics database engines can fairly easily be supported by implementing the SqlBuilder interface and adding the JDBC driver.</a:t>
            </a:r>
            <a:endParaRPr sz="1100"/>
          </a:p>
        </p:txBody>
      </p:sp>
      <p:sp>
        <p:nvSpPr>
          <p:cNvPr id="199" name="Google Shape;199;p2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Frequently Asked Questions</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pic>
        <p:nvPicPr>
          <p:cNvPr descr="Create a funny cartoon with a cartoon character holding a large sign that says &quot;Questions?&quot;. This is meant for the last slide asking for Q&amp;A. Completely white background #FFFFFF." id="204" name="Google Shape;204;p30"/>
          <p:cNvPicPr preferRelativeResize="0"/>
          <p:nvPr/>
        </p:nvPicPr>
        <p:blipFill>
          <a:blip r:embed="rId3">
            <a:alphaModFix/>
          </a:blip>
          <a:stretch>
            <a:fillRect/>
          </a:stretch>
        </p:blipFill>
        <p:spPr>
          <a:xfrm>
            <a:off x="2826588" y="1057600"/>
            <a:ext cx="3490825" cy="3490825"/>
          </a:xfrm>
          <a:prstGeom prst="rect">
            <a:avLst/>
          </a:prstGeom>
          <a:noFill/>
          <a:ln>
            <a:noFill/>
          </a:ln>
        </p:spPr>
      </p:pic>
      <p:sp>
        <p:nvSpPr>
          <p:cNvPr id="205" name="Google Shape;205;p30"/>
          <p:cNvSpPr txBox="1"/>
          <p:nvPr>
            <p:ph type="title"/>
          </p:nvPr>
        </p:nvSpPr>
        <p:spPr>
          <a:xfrm>
            <a:off x="311700" y="445025"/>
            <a:ext cx="29022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Thank you!</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DHIS2 Modern">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